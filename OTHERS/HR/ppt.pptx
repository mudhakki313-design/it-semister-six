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30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2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63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9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74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7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19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6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2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9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6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C7A1E-314A-46EE-866B-DA018C94C9A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56DA6-EE48-47BB-984E-965E3EC89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81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data warehouse is a large-scale data storage system that collects, consolidates, and organizes data from various operational sources into a single, unified repository. Unlike regular databases that handle day-to-day transactions, a data warehouse is optimized for querying, reporting, and analysis. In HRIS, it stores integrated HR data from modules such as recruitment, payroll, attendance, training, and performance management.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54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characteristics of a HR Data </a:t>
            </a:r>
            <a:r>
              <a:rPr lang="en-GB" b="1" dirty="0" smtClean="0"/>
              <a:t>Warehouse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i="1" dirty="0"/>
              <a:t>Extract, Transform, Load (ETL) Process:  </a:t>
            </a:r>
            <a:endParaRPr lang="en-US" dirty="0"/>
          </a:p>
          <a:p>
            <a:pPr marL="0" indent="0">
              <a:buNone/>
            </a:pPr>
            <a:r>
              <a:rPr lang="en-GB" b="1" i="1" dirty="0"/>
              <a:t>Subject-Oriented Organization: 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38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i="1" dirty="0"/>
              <a:t>Time-Variant Storage: </a:t>
            </a:r>
            <a:endParaRPr lang="en-US" dirty="0"/>
          </a:p>
          <a:p>
            <a:r>
              <a:rPr lang="en-GB" b="1" i="1" dirty="0"/>
              <a:t>Integration with Business Intelligence (BI) Tools: 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683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Components of a Data Warehouse in </a:t>
            </a:r>
            <a:r>
              <a:rPr lang="en-GB" b="1" dirty="0" smtClean="0"/>
              <a:t>HRIS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i="1" dirty="0"/>
              <a:t>Data </a:t>
            </a:r>
            <a:r>
              <a:rPr lang="en-GB" b="1" i="1" dirty="0" smtClean="0"/>
              <a:t>Sources</a:t>
            </a:r>
          </a:p>
          <a:p>
            <a:r>
              <a:rPr lang="en-GB" b="1" i="1" dirty="0"/>
              <a:t>ETL Process (Extract, Transform, </a:t>
            </a:r>
            <a:r>
              <a:rPr lang="en-GB" b="1" i="1" dirty="0" smtClean="0"/>
              <a:t>Load</a:t>
            </a:r>
          </a:p>
          <a:p>
            <a:r>
              <a:rPr lang="en-GB" b="1" i="1" dirty="0"/>
              <a:t>Central Repository (The Warehouse Core):</a:t>
            </a:r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606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i="1" dirty="0"/>
              <a:t>Data </a:t>
            </a:r>
            <a:r>
              <a:rPr lang="en-GB" b="1" i="1" dirty="0" smtClean="0"/>
              <a:t>Marts</a:t>
            </a:r>
          </a:p>
          <a:p>
            <a:r>
              <a:rPr lang="en-GB" b="1" i="1" dirty="0"/>
              <a:t>Metadata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62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Types of Data Stored in an HRIS Data </a:t>
            </a:r>
            <a:r>
              <a:rPr lang="en-GB" b="1" dirty="0" smtClean="0"/>
              <a:t>Warehouse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 dirty="0"/>
              <a:t>Employee master data - names, IDs, job titles, departments, and contact details.</a:t>
            </a:r>
            <a:endParaRPr lang="en-US" dirty="0"/>
          </a:p>
          <a:p>
            <a:pPr lvl="0"/>
            <a:r>
              <a:rPr lang="en-GB" dirty="0"/>
              <a:t>Payroll and compensation history - salary records, bonuses, deductions over time.</a:t>
            </a:r>
            <a:endParaRPr lang="en-US" dirty="0"/>
          </a:p>
          <a:p>
            <a:pPr lvl="0"/>
            <a:r>
              <a:rPr lang="en-GB" dirty="0"/>
              <a:t>Attendance and leave records - historical logs of working hours, absences, and leave patterns.</a:t>
            </a:r>
            <a:endParaRPr lang="en-US" dirty="0"/>
          </a:p>
          <a:p>
            <a:pPr lvl="0"/>
            <a:r>
              <a:rPr lang="en-GB" dirty="0"/>
              <a:t>Training and development records - courses attended, certifications earned, skill progression</a:t>
            </a:r>
            <a:endParaRPr lang="en-US" dirty="0"/>
          </a:p>
          <a:p>
            <a:pPr lvl="0"/>
            <a:r>
              <a:rPr lang="en-GB" dirty="0"/>
              <a:t>Performance appraisal data - ratings, goals, and evaluation trends over multiple </a:t>
            </a:r>
            <a:r>
              <a:rPr lang="en-GB" dirty="0" smtClean="0"/>
              <a:t>period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216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summary, a data warehouse is a powerful and indispensable tool in the data management architecture of any modern HRIS. By integrating data from multiple HR sources into a centralized, organized, and historically rich repository, it transforms raw HR data into a strategic asset. It empowers HR professionals and organizational leaders to move beyond simple record-keeping and engage in deep analysis, trend forecasting, and evidence-based workforce planning</a:t>
            </a:r>
            <a:r>
              <a:rPr lang="en-GB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510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298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Introduction</vt:lpstr>
      <vt:lpstr>Key characteristics of a HR Data Warehouse</vt:lpstr>
      <vt:lpstr>Count…..</vt:lpstr>
      <vt:lpstr>Components of a Data Warehouse in HRIS</vt:lpstr>
      <vt:lpstr>Count…..</vt:lpstr>
      <vt:lpstr>Types of Data Stored in an HRIS Data Warehouse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MUDHAKKIR-313</dc:creator>
  <cp:lastModifiedBy>MUDHAKKIR-313</cp:lastModifiedBy>
  <cp:revision>1</cp:revision>
  <dcterms:created xsi:type="dcterms:W3CDTF">2026-06-18T04:30:47Z</dcterms:created>
  <dcterms:modified xsi:type="dcterms:W3CDTF">2026-06-18T04:37:45Z</dcterms:modified>
</cp:coreProperties>
</file>