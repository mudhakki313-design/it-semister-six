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344" r:id="rId3"/>
    <p:sldId id="345" r:id="rId4"/>
    <p:sldId id="346" r:id="rId5"/>
    <p:sldId id="348" r:id="rId6"/>
    <p:sldId id="392" r:id="rId7"/>
    <p:sldId id="350" r:id="rId8"/>
    <p:sldId id="393" r:id="rId9"/>
    <p:sldId id="352" r:id="rId10"/>
    <p:sldId id="394" r:id="rId11"/>
    <p:sldId id="354" r:id="rId12"/>
    <p:sldId id="355" r:id="rId13"/>
    <p:sldId id="356" r:id="rId14"/>
    <p:sldId id="395" r:id="rId15"/>
    <p:sldId id="358" r:id="rId16"/>
    <p:sldId id="359" r:id="rId17"/>
    <p:sldId id="361" r:id="rId18"/>
    <p:sldId id="362" r:id="rId19"/>
    <p:sldId id="364" r:id="rId20"/>
    <p:sldId id="39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375" r:id="rId30"/>
    <p:sldId id="376" r:id="rId31"/>
    <p:sldId id="377" r:id="rId32"/>
    <p:sldId id="397" r:id="rId33"/>
    <p:sldId id="398" r:id="rId34"/>
    <p:sldId id="380" r:id="rId35"/>
    <p:sldId id="381" r:id="rId36"/>
    <p:sldId id="382" r:id="rId37"/>
    <p:sldId id="383" r:id="rId38"/>
    <p:sldId id="384" r:id="rId39"/>
    <p:sldId id="400" r:id="rId40"/>
    <p:sldId id="401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3BD15"/>
    <a:srgbClr val="0D01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14" autoAdjust="0"/>
    <p:restoredTop sz="94343" autoAdjust="0"/>
  </p:normalViewPr>
  <p:slideViewPr>
    <p:cSldViewPr>
      <p:cViewPr varScale="1">
        <p:scale>
          <a:sx n="73" d="100"/>
          <a:sy n="73" d="100"/>
        </p:scale>
        <p:origin x="11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A1107E-F49E-461B-82B3-81F151B86134}" type="doc">
      <dgm:prSet loTypeId="urn:microsoft.com/office/officeart/2005/8/layout/vList3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A238E8-2B07-46DE-85B1-5E0503B375F4}">
      <dgm:prSet custT="1"/>
      <dgm:spPr/>
      <dgm:t>
        <a:bodyPr/>
        <a:lstStyle/>
        <a:p>
          <a:pPr algn="just" rtl="0"/>
          <a:r>
            <a: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Understand how strategy drives architecture which then drives infrastructure.</a:t>
          </a:r>
          <a:endParaRPr lang="en-GB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1ECE2EE-10E8-4C1D-8448-AEA9006B8FCC}" type="parTrans" cxnId="{1F691BBE-B833-48E8-BAF5-35E59D453CB0}">
      <dgm:prSet/>
      <dgm:spPr/>
      <dgm:t>
        <a:bodyPr/>
        <a:lstStyle/>
        <a:p>
          <a:pPr algn="just"/>
          <a:endParaRPr lang="en-US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60D5556-C0B8-46F3-A970-30158357A975}" type="sibTrans" cxnId="{1F691BBE-B833-48E8-BAF5-35E59D453CB0}">
      <dgm:prSet/>
      <dgm:spPr/>
      <dgm:t>
        <a:bodyPr/>
        <a:lstStyle/>
        <a:p>
          <a:pPr algn="just"/>
          <a:endParaRPr lang="en-US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E2D9273-B793-455D-B74A-61DF232F611C}">
      <dgm:prSet custT="1"/>
      <dgm:spPr/>
      <dgm:t>
        <a:bodyPr/>
        <a:lstStyle/>
        <a:p>
          <a:pPr algn="just" rtl="0"/>
          <a:r>
            <a: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Identify and define the three configurations for IT architecture.</a:t>
          </a:r>
          <a:endParaRPr lang="en-GB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BCCFE64-F8C7-447E-A37E-55954E3B9D3A}" type="parTrans" cxnId="{7B481E4E-B69F-4F2F-AB2F-126C8765D91F}">
      <dgm:prSet/>
      <dgm:spPr/>
      <dgm:t>
        <a:bodyPr/>
        <a:lstStyle/>
        <a:p>
          <a:pPr algn="just"/>
          <a:endParaRPr lang="en-US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0DD0C13-001F-4BFC-9F85-A3E21513784A}" type="sibTrans" cxnId="{7B481E4E-B69F-4F2F-AB2F-126C8765D91F}">
      <dgm:prSet/>
      <dgm:spPr/>
      <dgm:t>
        <a:bodyPr/>
        <a:lstStyle/>
        <a:p>
          <a:pPr algn="just"/>
          <a:endParaRPr lang="en-US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26E6C89-C52F-4A25-AB46-85E9269F3441}">
      <dgm:prSet custT="1"/>
      <dgm:spPr/>
      <dgm:t>
        <a:bodyPr/>
        <a:lstStyle/>
        <a:p>
          <a:pPr algn="just" rtl="0"/>
          <a:r>
            <a: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Define how business goals can be translated into IT architecture and then into infrastructure.</a:t>
          </a:r>
          <a:endParaRPr lang="en-GB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9DFAC61-EB81-43D0-9607-BCC10B911825}" type="parTrans" cxnId="{C55F7BBA-4F58-4133-8AD8-4F058623FB0F}">
      <dgm:prSet/>
      <dgm:spPr/>
      <dgm:t>
        <a:bodyPr/>
        <a:lstStyle/>
        <a:p>
          <a:pPr algn="just"/>
          <a:endParaRPr lang="en-US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0FDFDD6-B740-45AD-BA6E-C230E3BED7F2}" type="sibTrans" cxnId="{C55F7BBA-4F58-4133-8AD8-4F058623FB0F}">
      <dgm:prSet/>
      <dgm:spPr/>
      <dgm:t>
        <a:bodyPr/>
        <a:lstStyle/>
        <a:p>
          <a:pPr algn="just"/>
          <a:endParaRPr lang="en-US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880123A-9265-4870-B06B-55701609B67A}">
      <dgm:prSet custT="1"/>
      <dgm:spPr/>
      <dgm:t>
        <a:bodyPr/>
        <a:lstStyle/>
        <a:p>
          <a:pPr algn="just" rtl="0"/>
          <a:r>
            <a: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Know the different types of frameworks used to design and build the IT architecture and infrastructure.</a:t>
          </a:r>
          <a:endParaRPr lang="en-GB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B07E618-2A92-45DF-BA38-1A93E80A5CB3}" type="parTrans" cxnId="{AB02DE2D-6652-45C6-BE93-54A70C0133C1}">
      <dgm:prSet/>
      <dgm:spPr/>
      <dgm:t>
        <a:bodyPr/>
        <a:lstStyle/>
        <a:p>
          <a:pPr algn="just"/>
          <a:endParaRPr lang="en-US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D43010F-4AF7-448B-B6FB-F21FE180C669}" type="sibTrans" cxnId="{AB02DE2D-6652-45C6-BE93-54A70C0133C1}">
      <dgm:prSet/>
      <dgm:spPr/>
      <dgm:t>
        <a:bodyPr/>
        <a:lstStyle/>
        <a:p>
          <a:pPr algn="just"/>
          <a:endParaRPr lang="en-US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D603B9E-541A-481A-A582-286BC9148AFC}">
      <dgm:prSet custT="1"/>
      <dgm:spPr/>
      <dgm:t>
        <a:bodyPr/>
        <a:lstStyle/>
        <a:p>
          <a:pPr algn="just" rtl="0"/>
          <a:r>
            <a: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Understand the importance of knowing the details of the existing architecture and infrastructure of the organization.</a:t>
          </a:r>
          <a:endParaRPr lang="en-GB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3045CD9-E89E-400D-8E9D-193DDE8C892C}" type="parTrans" cxnId="{BF76265F-4B31-4B60-86D4-62E77D36AB4A}">
      <dgm:prSet/>
      <dgm:spPr/>
      <dgm:t>
        <a:bodyPr/>
        <a:lstStyle/>
        <a:p>
          <a:pPr algn="just"/>
          <a:endParaRPr lang="en-US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DC96C88-14F7-4ED0-837F-12B37AE774B0}" type="sibTrans" cxnId="{BF76265F-4B31-4B60-86D4-62E77D36AB4A}">
      <dgm:prSet/>
      <dgm:spPr/>
      <dgm:t>
        <a:bodyPr/>
        <a:lstStyle/>
        <a:p>
          <a:pPr algn="just"/>
          <a:endParaRPr lang="en-US" sz="18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35196A1-0EC7-4A60-A191-76B77E6B87D7}" type="pres">
      <dgm:prSet presAssocID="{EEA1107E-F49E-461B-82B3-81F151B86134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1273870-4A30-4A1F-B0A0-25D35D2B2973}" type="pres">
      <dgm:prSet presAssocID="{A6A238E8-2B07-46DE-85B1-5E0503B375F4}" presName="composite" presStyleCnt="0"/>
      <dgm:spPr/>
    </dgm:pt>
    <dgm:pt modelId="{B0121F2F-5B87-4F5B-845C-EBD6924403E1}" type="pres">
      <dgm:prSet presAssocID="{A6A238E8-2B07-46DE-85B1-5E0503B375F4}" presName="imgShp" presStyleLbl="fgImgPlace1" presStyleIdx="0" presStyleCnt="5"/>
      <dgm:spPr/>
    </dgm:pt>
    <dgm:pt modelId="{8E63BF46-A7DC-4FE7-B986-325A31B5F093}" type="pres">
      <dgm:prSet presAssocID="{A6A238E8-2B07-46DE-85B1-5E0503B375F4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831E27-4AAA-47D7-83CA-2182CB53CBEC}" type="pres">
      <dgm:prSet presAssocID="{160D5556-C0B8-46F3-A970-30158357A975}" presName="spacing" presStyleCnt="0"/>
      <dgm:spPr/>
    </dgm:pt>
    <dgm:pt modelId="{77D5471A-2AAD-4930-9BEF-240CC0239CC8}" type="pres">
      <dgm:prSet presAssocID="{DE2D9273-B793-455D-B74A-61DF232F611C}" presName="composite" presStyleCnt="0"/>
      <dgm:spPr/>
    </dgm:pt>
    <dgm:pt modelId="{DE0984B5-6901-453A-AB51-E442FC7D97F9}" type="pres">
      <dgm:prSet presAssocID="{DE2D9273-B793-455D-B74A-61DF232F611C}" presName="imgShp" presStyleLbl="fgImgPlace1" presStyleIdx="1" presStyleCnt="5"/>
      <dgm:spPr/>
    </dgm:pt>
    <dgm:pt modelId="{73F56CAE-B96F-4352-998F-C899050B6594}" type="pres">
      <dgm:prSet presAssocID="{DE2D9273-B793-455D-B74A-61DF232F611C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C8E322-3694-42F0-AF80-968642464F05}" type="pres">
      <dgm:prSet presAssocID="{C0DD0C13-001F-4BFC-9F85-A3E21513784A}" presName="spacing" presStyleCnt="0"/>
      <dgm:spPr/>
    </dgm:pt>
    <dgm:pt modelId="{DD929C8C-0120-4430-B3D4-8C847BE331EE}" type="pres">
      <dgm:prSet presAssocID="{B26E6C89-C52F-4A25-AB46-85E9269F3441}" presName="composite" presStyleCnt="0"/>
      <dgm:spPr/>
    </dgm:pt>
    <dgm:pt modelId="{19E91C95-6F20-4268-935C-8913E95EF45F}" type="pres">
      <dgm:prSet presAssocID="{B26E6C89-C52F-4A25-AB46-85E9269F3441}" presName="imgShp" presStyleLbl="fgImgPlace1" presStyleIdx="2" presStyleCnt="5"/>
      <dgm:spPr/>
    </dgm:pt>
    <dgm:pt modelId="{849A504C-E42B-476D-90C9-680796DC7353}" type="pres">
      <dgm:prSet presAssocID="{B26E6C89-C52F-4A25-AB46-85E9269F3441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A240C7-7D8B-4110-A002-68E2E836338B}" type="pres">
      <dgm:prSet presAssocID="{80FDFDD6-B740-45AD-BA6E-C230E3BED7F2}" presName="spacing" presStyleCnt="0"/>
      <dgm:spPr/>
    </dgm:pt>
    <dgm:pt modelId="{5C5DB866-C2E2-45A4-97E0-BC8E53439D5B}" type="pres">
      <dgm:prSet presAssocID="{4880123A-9265-4870-B06B-55701609B67A}" presName="composite" presStyleCnt="0"/>
      <dgm:spPr/>
    </dgm:pt>
    <dgm:pt modelId="{AA598606-68AE-492A-9FCC-EADE5475AE96}" type="pres">
      <dgm:prSet presAssocID="{4880123A-9265-4870-B06B-55701609B67A}" presName="imgShp" presStyleLbl="fgImgPlace1" presStyleIdx="3" presStyleCnt="5"/>
      <dgm:spPr/>
    </dgm:pt>
    <dgm:pt modelId="{72B14F0B-5E3D-4704-A944-A1FF6EC9AC2B}" type="pres">
      <dgm:prSet presAssocID="{4880123A-9265-4870-B06B-55701609B67A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3F255D-011A-4174-9C71-9A9B5FBB2535}" type="pres">
      <dgm:prSet presAssocID="{1D43010F-4AF7-448B-B6FB-F21FE180C669}" presName="spacing" presStyleCnt="0"/>
      <dgm:spPr/>
    </dgm:pt>
    <dgm:pt modelId="{28EFCA0E-2559-4D42-BF9C-655ED6F94E12}" type="pres">
      <dgm:prSet presAssocID="{8D603B9E-541A-481A-A582-286BC9148AFC}" presName="composite" presStyleCnt="0"/>
      <dgm:spPr/>
    </dgm:pt>
    <dgm:pt modelId="{59554E9A-FC45-44EB-B9A4-11C248FC0DED}" type="pres">
      <dgm:prSet presAssocID="{8D603B9E-541A-481A-A582-286BC9148AFC}" presName="imgShp" presStyleLbl="fgImgPlace1" presStyleIdx="4" presStyleCnt="5"/>
      <dgm:spPr/>
    </dgm:pt>
    <dgm:pt modelId="{BF81077E-5283-4E57-BD4B-69AEA30BD16D}" type="pres">
      <dgm:prSet presAssocID="{8D603B9E-541A-481A-A582-286BC9148AFC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B02DE2D-6652-45C6-BE93-54A70C0133C1}" srcId="{EEA1107E-F49E-461B-82B3-81F151B86134}" destId="{4880123A-9265-4870-B06B-55701609B67A}" srcOrd="3" destOrd="0" parTransId="{7B07E618-2A92-45DF-BA38-1A93E80A5CB3}" sibTransId="{1D43010F-4AF7-448B-B6FB-F21FE180C669}"/>
    <dgm:cxn modelId="{1F691BBE-B833-48E8-BAF5-35E59D453CB0}" srcId="{EEA1107E-F49E-461B-82B3-81F151B86134}" destId="{A6A238E8-2B07-46DE-85B1-5E0503B375F4}" srcOrd="0" destOrd="0" parTransId="{41ECE2EE-10E8-4C1D-8448-AEA9006B8FCC}" sibTransId="{160D5556-C0B8-46F3-A970-30158357A975}"/>
    <dgm:cxn modelId="{7B481E4E-B69F-4F2F-AB2F-126C8765D91F}" srcId="{EEA1107E-F49E-461B-82B3-81F151B86134}" destId="{DE2D9273-B793-455D-B74A-61DF232F611C}" srcOrd="1" destOrd="0" parTransId="{1BCCFE64-F8C7-447E-A37E-55954E3B9D3A}" sibTransId="{C0DD0C13-001F-4BFC-9F85-A3E21513784A}"/>
    <dgm:cxn modelId="{C768979C-4513-4B60-BBF3-665EBAA403A4}" type="presOf" srcId="{8D603B9E-541A-481A-A582-286BC9148AFC}" destId="{BF81077E-5283-4E57-BD4B-69AEA30BD16D}" srcOrd="0" destOrd="0" presId="urn:microsoft.com/office/officeart/2005/8/layout/vList3"/>
    <dgm:cxn modelId="{35E63A3F-BB98-415B-9043-2C84038FAEC8}" type="presOf" srcId="{EEA1107E-F49E-461B-82B3-81F151B86134}" destId="{F35196A1-0EC7-4A60-A191-76B77E6B87D7}" srcOrd="0" destOrd="0" presId="urn:microsoft.com/office/officeart/2005/8/layout/vList3"/>
    <dgm:cxn modelId="{ED7DDAB6-1D88-49DE-B5AA-CAF1C9DB67CC}" type="presOf" srcId="{DE2D9273-B793-455D-B74A-61DF232F611C}" destId="{73F56CAE-B96F-4352-998F-C899050B6594}" srcOrd="0" destOrd="0" presId="urn:microsoft.com/office/officeart/2005/8/layout/vList3"/>
    <dgm:cxn modelId="{F10B4CAE-6EAC-410A-B9AA-3136A329A7B0}" type="presOf" srcId="{A6A238E8-2B07-46DE-85B1-5E0503B375F4}" destId="{8E63BF46-A7DC-4FE7-B986-325A31B5F093}" srcOrd="0" destOrd="0" presId="urn:microsoft.com/office/officeart/2005/8/layout/vList3"/>
    <dgm:cxn modelId="{C55F7BBA-4F58-4133-8AD8-4F058623FB0F}" srcId="{EEA1107E-F49E-461B-82B3-81F151B86134}" destId="{B26E6C89-C52F-4A25-AB46-85E9269F3441}" srcOrd="2" destOrd="0" parTransId="{A9DFAC61-EB81-43D0-9607-BCC10B911825}" sibTransId="{80FDFDD6-B740-45AD-BA6E-C230E3BED7F2}"/>
    <dgm:cxn modelId="{BF76265F-4B31-4B60-86D4-62E77D36AB4A}" srcId="{EEA1107E-F49E-461B-82B3-81F151B86134}" destId="{8D603B9E-541A-481A-A582-286BC9148AFC}" srcOrd="4" destOrd="0" parTransId="{C3045CD9-E89E-400D-8E9D-193DDE8C892C}" sibTransId="{3DC96C88-14F7-4ED0-837F-12B37AE774B0}"/>
    <dgm:cxn modelId="{99460401-C4F3-4D2D-9F35-D805447FEC85}" type="presOf" srcId="{B26E6C89-C52F-4A25-AB46-85E9269F3441}" destId="{849A504C-E42B-476D-90C9-680796DC7353}" srcOrd="0" destOrd="0" presId="urn:microsoft.com/office/officeart/2005/8/layout/vList3"/>
    <dgm:cxn modelId="{5FF2C6E6-AD9B-4854-8A22-B22368FFE6ED}" type="presOf" srcId="{4880123A-9265-4870-B06B-55701609B67A}" destId="{72B14F0B-5E3D-4704-A944-A1FF6EC9AC2B}" srcOrd="0" destOrd="0" presId="urn:microsoft.com/office/officeart/2005/8/layout/vList3"/>
    <dgm:cxn modelId="{8589AC7E-50F1-4113-AC08-C9BB65B8FC0C}" type="presParOf" srcId="{F35196A1-0EC7-4A60-A191-76B77E6B87D7}" destId="{71273870-4A30-4A1F-B0A0-25D35D2B2973}" srcOrd="0" destOrd="0" presId="urn:microsoft.com/office/officeart/2005/8/layout/vList3"/>
    <dgm:cxn modelId="{183BABE5-A6D7-421C-901F-5A900C4B0BFC}" type="presParOf" srcId="{71273870-4A30-4A1F-B0A0-25D35D2B2973}" destId="{B0121F2F-5B87-4F5B-845C-EBD6924403E1}" srcOrd="0" destOrd="0" presId="urn:microsoft.com/office/officeart/2005/8/layout/vList3"/>
    <dgm:cxn modelId="{42585A6C-2A08-4E15-87FE-A2B91C7C877F}" type="presParOf" srcId="{71273870-4A30-4A1F-B0A0-25D35D2B2973}" destId="{8E63BF46-A7DC-4FE7-B986-325A31B5F093}" srcOrd="1" destOrd="0" presId="urn:microsoft.com/office/officeart/2005/8/layout/vList3"/>
    <dgm:cxn modelId="{D432D9CF-AF08-4A4D-8A4F-B47D7D89919F}" type="presParOf" srcId="{F35196A1-0EC7-4A60-A191-76B77E6B87D7}" destId="{B3831E27-4AAA-47D7-83CA-2182CB53CBEC}" srcOrd="1" destOrd="0" presId="urn:microsoft.com/office/officeart/2005/8/layout/vList3"/>
    <dgm:cxn modelId="{EA71ABE9-04F6-4C79-A44B-14CB15EB7074}" type="presParOf" srcId="{F35196A1-0EC7-4A60-A191-76B77E6B87D7}" destId="{77D5471A-2AAD-4930-9BEF-240CC0239CC8}" srcOrd="2" destOrd="0" presId="urn:microsoft.com/office/officeart/2005/8/layout/vList3"/>
    <dgm:cxn modelId="{F7CFCC83-2474-4C77-BD79-483CFC877B0D}" type="presParOf" srcId="{77D5471A-2AAD-4930-9BEF-240CC0239CC8}" destId="{DE0984B5-6901-453A-AB51-E442FC7D97F9}" srcOrd="0" destOrd="0" presId="urn:microsoft.com/office/officeart/2005/8/layout/vList3"/>
    <dgm:cxn modelId="{690231E3-57EC-438A-A73E-B714DDCA8061}" type="presParOf" srcId="{77D5471A-2AAD-4930-9BEF-240CC0239CC8}" destId="{73F56CAE-B96F-4352-998F-C899050B6594}" srcOrd="1" destOrd="0" presId="urn:microsoft.com/office/officeart/2005/8/layout/vList3"/>
    <dgm:cxn modelId="{7C8BB284-9471-482B-B01D-F89E9B797761}" type="presParOf" srcId="{F35196A1-0EC7-4A60-A191-76B77E6B87D7}" destId="{19C8E322-3694-42F0-AF80-968642464F05}" srcOrd="3" destOrd="0" presId="urn:microsoft.com/office/officeart/2005/8/layout/vList3"/>
    <dgm:cxn modelId="{4896E60A-315A-4635-A138-5D6E3E50383F}" type="presParOf" srcId="{F35196A1-0EC7-4A60-A191-76B77E6B87D7}" destId="{DD929C8C-0120-4430-B3D4-8C847BE331EE}" srcOrd="4" destOrd="0" presId="urn:microsoft.com/office/officeart/2005/8/layout/vList3"/>
    <dgm:cxn modelId="{A82D697C-EE8A-435D-90C2-92D932FD6302}" type="presParOf" srcId="{DD929C8C-0120-4430-B3D4-8C847BE331EE}" destId="{19E91C95-6F20-4268-935C-8913E95EF45F}" srcOrd="0" destOrd="0" presId="urn:microsoft.com/office/officeart/2005/8/layout/vList3"/>
    <dgm:cxn modelId="{F1670F87-BF72-4BBC-B856-91A608974BCB}" type="presParOf" srcId="{DD929C8C-0120-4430-B3D4-8C847BE331EE}" destId="{849A504C-E42B-476D-90C9-680796DC7353}" srcOrd="1" destOrd="0" presId="urn:microsoft.com/office/officeart/2005/8/layout/vList3"/>
    <dgm:cxn modelId="{C7A832BE-8C67-44C9-BD75-EA6DC74CC7F2}" type="presParOf" srcId="{F35196A1-0EC7-4A60-A191-76B77E6B87D7}" destId="{A8A240C7-7D8B-4110-A002-68E2E836338B}" srcOrd="5" destOrd="0" presId="urn:microsoft.com/office/officeart/2005/8/layout/vList3"/>
    <dgm:cxn modelId="{A2C9AAFA-83E4-43D3-81C9-19732AB43D39}" type="presParOf" srcId="{F35196A1-0EC7-4A60-A191-76B77E6B87D7}" destId="{5C5DB866-C2E2-45A4-97E0-BC8E53439D5B}" srcOrd="6" destOrd="0" presId="urn:microsoft.com/office/officeart/2005/8/layout/vList3"/>
    <dgm:cxn modelId="{307F59DB-E88E-4B03-8C9F-8BBBD75D937E}" type="presParOf" srcId="{5C5DB866-C2E2-45A4-97E0-BC8E53439D5B}" destId="{AA598606-68AE-492A-9FCC-EADE5475AE96}" srcOrd="0" destOrd="0" presId="urn:microsoft.com/office/officeart/2005/8/layout/vList3"/>
    <dgm:cxn modelId="{35C3629E-6557-4EC1-A154-F2B3D3E04F68}" type="presParOf" srcId="{5C5DB866-C2E2-45A4-97E0-BC8E53439D5B}" destId="{72B14F0B-5E3D-4704-A944-A1FF6EC9AC2B}" srcOrd="1" destOrd="0" presId="urn:microsoft.com/office/officeart/2005/8/layout/vList3"/>
    <dgm:cxn modelId="{10024686-ABD1-4EFB-AF7E-370D7577E4D7}" type="presParOf" srcId="{F35196A1-0EC7-4A60-A191-76B77E6B87D7}" destId="{9E3F255D-011A-4174-9C71-9A9B5FBB2535}" srcOrd="7" destOrd="0" presId="urn:microsoft.com/office/officeart/2005/8/layout/vList3"/>
    <dgm:cxn modelId="{FDD86901-A5D9-4FB0-9AF0-F3C89162CBD1}" type="presParOf" srcId="{F35196A1-0EC7-4A60-A191-76B77E6B87D7}" destId="{28EFCA0E-2559-4D42-BF9C-655ED6F94E12}" srcOrd="8" destOrd="0" presId="urn:microsoft.com/office/officeart/2005/8/layout/vList3"/>
    <dgm:cxn modelId="{30666C79-5CCD-43FF-84CA-A0133DC9B0AD}" type="presParOf" srcId="{28EFCA0E-2559-4D42-BF9C-655ED6F94E12}" destId="{59554E9A-FC45-44EB-B9A4-11C248FC0DED}" srcOrd="0" destOrd="0" presId="urn:microsoft.com/office/officeart/2005/8/layout/vList3"/>
    <dgm:cxn modelId="{96A4CBA2-9173-4E77-95F3-1052FDAF0748}" type="presParOf" srcId="{28EFCA0E-2559-4D42-BF9C-655ED6F94E12}" destId="{BF81077E-5283-4E57-BD4B-69AEA30BD16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8864CC-666B-4A93-902D-C714F7EA10FD}" type="doc">
      <dgm:prSet loTypeId="urn:microsoft.com/office/officeart/2005/8/layout/hierarchy5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72FE08-6216-4E64-8252-5B9E479A4FB6}">
      <dgm:prSet phldrT="[Text]" custT="1"/>
      <dgm:spPr/>
      <dgm:t>
        <a:bodyPr/>
        <a:lstStyle/>
        <a:p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Strategy</a:t>
          </a:r>
        </a:p>
      </dgm:t>
    </dgm:pt>
    <dgm:pt modelId="{A6C02994-EDBA-42A2-BE9C-1564674A8716}" type="parTrans" cxnId="{86590438-081F-45D9-93BA-78B1310A52B8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418CE22-75D7-41A4-8195-7DB28BAAD9A2}" type="sibTrans" cxnId="{86590438-081F-45D9-93BA-78B1310A52B8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1E5C948-EDE2-4642-A04B-E92E5AD74D19}">
      <dgm:prSet phldrT="[Text]" custT="1"/>
      <dgm:spPr/>
      <dgm:t>
        <a:bodyPr/>
        <a:lstStyle/>
        <a:p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Goal</a:t>
          </a:r>
        </a:p>
      </dgm:t>
    </dgm:pt>
    <dgm:pt modelId="{CB057BE7-69C0-4E75-8913-0AF54BC35F45}" type="parTrans" cxnId="{9EE37EDC-3608-4FBD-9656-051C194F9592}">
      <dgm:prSet custT="1"/>
      <dgm:spPr/>
      <dgm:t>
        <a:bodyPr/>
        <a:lstStyle/>
        <a:p>
          <a:endParaRPr lang="en-US" sz="5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3213990-C6A7-4FA0-93FA-5E61F4957918}" type="sibTrans" cxnId="{9EE37EDC-3608-4FBD-9656-051C194F9592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7230CA1-1661-442C-A892-0EF831F372BE}">
      <dgm:prSet phldrT="[Text]" custT="1"/>
      <dgm:spPr/>
      <dgm:t>
        <a:bodyPr/>
        <a:lstStyle/>
        <a:p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</a:p>
      </dgm:t>
    </dgm:pt>
    <dgm:pt modelId="{575F0E9D-5E16-4B91-895A-DEB883AC9209}" type="parTrans" cxnId="{0EF46F6A-EE29-4019-ADFD-8B14D9AD99AE}">
      <dgm:prSet custT="1"/>
      <dgm:spPr/>
      <dgm:t>
        <a:bodyPr/>
        <a:lstStyle/>
        <a:p>
          <a:endParaRPr lang="en-US" sz="5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BDB7C06-4242-4B97-8108-09ACDEE2A8BE}" type="sibTrans" cxnId="{0EF46F6A-EE29-4019-ADFD-8B14D9AD99AE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46F61C9-F392-4DFF-BC44-F86D7FBE550B}">
      <dgm:prSet phldrT="[Text]" custT="1"/>
      <dgm:spPr/>
      <dgm:t>
        <a:bodyPr/>
        <a:lstStyle/>
        <a:p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</a:p>
      </dgm:t>
    </dgm:pt>
    <dgm:pt modelId="{BAD97A12-B182-433F-A279-42CFED4CB5D9}" type="parTrans" cxnId="{1657DE3C-8313-4AD1-BE8C-FEB18D700A38}">
      <dgm:prSet custT="1"/>
      <dgm:spPr/>
      <dgm:t>
        <a:bodyPr/>
        <a:lstStyle/>
        <a:p>
          <a:endParaRPr lang="en-US" sz="5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46DDE20-E165-4AC6-A40C-D670365E40DC}" type="sibTrans" cxnId="{1657DE3C-8313-4AD1-BE8C-FEB18D700A38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206462B-3DF1-4C11-81ED-9172F3B3103F}">
      <dgm:prSet phldrT="[Text]" custT="1"/>
      <dgm:spPr/>
      <dgm:t>
        <a:bodyPr/>
        <a:lstStyle/>
        <a:p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Goal</a:t>
          </a:r>
        </a:p>
      </dgm:t>
    </dgm:pt>
    <dgm:pt modelId="{B574BE6B-C09A-41EF-AD56-63B95A33B4F4}" type="parTrans" cxnId="{AC8DBD19-1000-450F-8CF0-CEFFCCAB9290}">
      <dgm:prSet custT="1"/>
      <dgm:spPr/>
      <dgm:t>
        <a:bodyPr/>
        <a:lstStyle/>
        <a:p>
          <a:endParaRPr lang="en-US" sz="5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01E95C8-89B9-406F-A5FE-73D72CB74A44}" type="sibTrans" cxnId="{AC8DBD19-1000-450F-8CF0-CEFFCCAB9290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59D3A81-B3D7-41F1-AAA9-8D0D5300C404}">
      <dgm:prSet phldrT="[Text]" custT="1"/>
      <dgm:spPr/>
      <dgm:t>
        <a:bodyPr/>
        <a:lstStyle/>
        <a:p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</a:p>
      </dgm:t>
    </dgm:pt>
    <dgm:pt modelId="{FE4FAE11-61C9-4B9A-9FF1-38395115A633}" type="parTrans" cxnId="{24911219-991C-4E06-9C87-0F09311BE1B4}">
      <dgm:prSet custT="1"/>
      <dgm:spPr/>
      <dgm:t>
        <a:bodyPr/>
        <a:lstStyle/>
        <a:p>
          <a:endParaRPr lang="en-US" sz="5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F8BF972-6F7C-435B-B49D-6EA9A36554A3}" type="sibTrans" cxnId="{24911219-991C-4E06-9C87-0F09311BE1B4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931DAAB-79BA-4754-88EA-24EA9634B0F2}">
      <dgm:prSet phldrT="[Text]" custT="1"/>
      <dgm:spPr/>
      <dgm:t>
        <a:bodyPr/>
        <a:lstStyle/>
        <a:p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</a:p>
      </dgm:t>
    </dgm:pt>
    <dgm:pt modelId="{2B7150F9-1B72-4221-B981-CE0192A120C7}" type="parTrans" cxnId="{B8D1F9B1-57EC-4731-875F-96E8FB85C717}">
      <dgm:prSet custT="1"/>
      <dgm:spPr/>
      <dgm:t>
        <a:bodyPr/>
        <a:lstStyle/>
        <a:p>
          <a:endParaRPr lang="en-US" sz="5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11A7DF3-048A-4AD2-968C-5ECB5E4CA4D7}" type="sibTrans" cxnId="{B8D1F9B1-57EC-4731-875F-96E8FB85C717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ECF3948-A08E-42C8-A8CD-036A1804B45D}">
      <dgm:prSet phldrT="[Text]" custT="1"/>
      <dgm:spPr/>
      <dgm:t>
        <a:bodyPr/>
        <a:lstStyle/>
        <a:p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Goal</a:t>
          </a:r>
        </a:p>
      </dgm:t>
    </dgm:pt>
    <dgm:pt modelId="{B8332212-0C2A-4168-AEF9-961344B9E7F6}" type="parTrans" cxnId="{BDC22DF9-9C77-478F-BD03-E78078F3B09F}">
      <dgm:prSet custT="1"/>
      <dgm:spPr/>
      <dgm:t>
        <a:bodyPr/>
        <a:lstStyle/>
        <a:p>
          <a:endParaRPr lang="en-US" sz="5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1E58313-71A6-47DB-B6F5-8F85D09DEA08}" type="sibTrans" cxnId="{BDC22DF9-9C77-478F-BD03-E78078F3B09F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562182A-DA26-4865-B9CD-864DDBC5AC81}">
      <dgm:prSet phldrT="[Text]" custT="1"/>
      <dgm:spPr/>
      <dgm:t>
        <a:bodyPr/>
        <a:lstStyle/>
        <a:p>
          <a:endParaRPr lang="en-US" sz="4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662C6A0-8707-427A-B87F-F690FC2040D8}" type="sibTrans" cxnId="{EA28B6F8-7AE2-459A-8092-DC0FACF3201D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36FD1C4-9672-466E-802E-3FAB8EEF9330}" type="parTrans" cxnId="{EA28B6F8-7AE2-459A-8092-DC0FACF3201D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77D6A3A-EA9F-4C24-9D99-DCABEB1AAE4E}">
      <dgm:prSet phldrT="[Text]" custT="1"/>
      <dgm:spPr/>
      <dgm:t>
        <a:bodyPr/>
        <a:lstStyle/>
        <a:p>
          <a:endParaRPr lang="en-US" sz="4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816F300-C644-4909-BD36-5082C0F3C16D}" type="sibTrans" cxnId="{E6C3D1A6-4425-4DDC-AE6E-0B333336D66A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996678B-2608-445B-B986-6BFBE56B8AFE}" type="parTrans" cxnId="{E6C3D1A6-4425-4DDC-AE6E-0B333336D66A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A082FA1-1E6B-4976-B2B9-C953D52BE360}">
      <dgm:prSet phldrT="[Text]" custT="1"/>
      <dgm:spPr/>
      <dgm:t>
        <a:bodyPr/>
        <a:lstStyle/>
        <a:p>
          <a:r>
            <a: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  <a:endParaRPr lang="en-US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0BA2E7A-BF5F-4360-88C5-B19DE07A3167}" type="parTrans" cxnId="{98749C6D-FC55-468A-833C-1B399CB14C1C}">
      <dgm:prSet custT="1"/>
      <dgm:spPr/>
      <dgm:t>
        <a:bodyPr/>
        <a:lstStyle/>
        <a:p>
          <a:endParaRPr lang="en-US" sz="5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389F4B0-571D-4333-8727-C1EE8681FF37}" type="sibTrans" cxnId="{98749C6D-FC55-468A-833C-1B399CB14C1C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717EC6A-FF92-46C6-AEE7-A96B0D0B3606}">
      <dgm:prSet phldrT="[Text]" custT="1"/>
      <dgm:spPr/>
      <dgm:t>
        <a:bodyPr/>
        <a:lstStyle/>
        <a:p>
          <a:r>
            <a:rPr lang="en-US" sz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  <a:endParaRPr lang="en-US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03A40E8-3F6B-4F1A-AAF0-6265073C530D}" type="parTrans" cxnId="{EEBD96CB-0EFF-48F6-BAA3-ABB95A58A027}">
      <dgm:prSet custT="1"/>
      <dgm:spPr/>
      <dgm:t>
        <a:bodyPr/>
        <a:lstStyle/>
        <a:p>
          <a:endParaRPr lang="en-US" sz="5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79F6474-116F-4621-98EF-C4772203D661}" type="sibTrans" cxnId="{EEBD96CB-0EFF-48F6-BAA3-ABB95A58A027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4F4D283-CCC7-485B-98A1-F73DA223D728}">
      <dgm:prSet phldrT="[Text]" custT="1"/>
      <dgm:spPr/>
      <dgm:t>
        <a:bodyPr/>
        <a:lstStyle/>
        <a:p>
          <a:endParaRPr lang="en-US" sz="4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97E2DC2-A0F9-4BCA-B0D5-13F5A75C9DCF}" type="parTrans" cxnId="{660C5C2C-BBDF-4400-8239-F05CF2B01421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5EDECC6-0948-4BD7-B497-FA71AEC80942}" type="sibTrans" cxnId="{660C5C2C-BBDF-4400-8239-F05CF2B01421}">
      <dgm:prSet/>
      <dgm:spPr/>
      <dgm:t>
        <a:bodyPr/>
        <a:lstStyle/>
        <a:p>
          <a:endParaRPr lang="en-US" sz="16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20B6151-D7AA-4711-AAEF-98C3DBC8538D}" type="pres">
      <dgm:prSet presAssocID="{C88864CC-666B-4A93-902D-C714F7EA10FD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E8AC655-1941-440B-93AC-64FF4EF0FBCB}" type="pres">
      <dgm:prSet presAssocID="{C88864CC-666B-4A93-902D-C714F7EA10FD}" presName="hierFlow" presStyleCnt="0"/>
      <dgm:spPr/>
    </dgm:pt>
    <dgm:pt modelId="{D62BEAB5-2188-4AF6-9187-5FAB883DA912}" type="pres">
      <dgm:prSet presAssocID="{C88864CC-666B-4A93-902D-C714F7EA10FD}" presName="firstBuf" presStyleCnt="0"/>
      <dgm:spPr/>
    </dgm:pt>
    <dgm:pt modelId="{C345054A-4C79-4DE3-9F71-7704BC7F0229}" type="pres">
      <dgm:prSet presAssocID="{C88864CC-666B-4A93-902D-C714F7EA10FD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0D6CCE7-7603-4197-A6B3-39F7756E45DF}" type="pres">
      <dgm:prSet presAssocID="{1372FE08-6216-4E64-8252-5B9E479A4FB6}" presName="Name17" presStyleCnt="0"/>
      <dgm:spPr/>
    </dgm:pt>
    <dgm:pt modelId="{D669B661-19CC-4E89-B64D-F1A584B5B09A}" type="pres">
      <dgm:prSet presAssocID="{1372FE08-6216-4E64-8252-5B9E479A4FB6}" presName="level1Shape" presStyleLbl="node0" presStyleIdx="0" presStyleCnt="1" custLinFactY="-70072" custLinFactNeighborX="-271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2253436-E85E-4D7D-A9EA-785939D9026C}" type="pres">
      <dgm:prSet presAssocID="{1372FE08-6216-4E64-8252-5B9E479A4FB6}" presName="hierChild2" presStyleCnt="0"/>
      <dgm:spPr/>
    </dgm:pt>
    <dgm:pt modelId="{BB32687D-3E83-4488-AEF9-44C52164D685}" type="pres">
      <dgm:prSet presAssocID="{CB057BE7-69C0-4E75-8913-0AF54BC35F45}" presName="Name25" presStyleLbl="parChTrans1D2" presStyleIdx="0" presStyleCnt="3"/>
      <dgm:spPr/>
      <dgm:t>
        <a:bodyPr/>
        <a:lstStyle/>
        <a:p>
          <a:endParaRPr lang="en-US"/>
        </a:p>
      </dgm:t>
    </dgm:pt>
    <dgm:pt modelId="{E8F0C4D6-A542-4384-8042-211E1C736640}" type="pres">
      <dgm:prSet presAssocID="{CB057BE7-69C0-4E75-8913-0AF54BC35F45}" presName="connTx" presStyleLbl="parChTrans1D2" presStyleIdx="0" presStyleCnt="3"/>
      <dgm:spPr/>
      <dgm:t>
        <a:bodyPr/>
        <a:lstStyle/>
        <a:p>
          <a:endParaRPr lang="en-US"/>
        </a:p>
      </dgm:t>
    </dgm:pt>
    <dgm:pt modelId="{F3F3139A-3E1C-471B-A770-01CCB3C07FA9}" type="pres">
      <dgm:prSet presAssocID="{71E5C948-EDE2-4642-A04B-E92E5AD74D19}" presName="Name30" presStyleCnt="0"/>
      <dgm:spPr/>
    </dgm:pt>
    <dgm:pt modelId="{FA2E5AE1-6E5D-4398-B4E6-1D2F1B0D1995}" type="pres">
      <dgm:prSet presAssocID="{71E5C948-EDE2-4642-A04B-E92E5AD74D19}" presName="level2Shape" presStyleLbl="node2" presStyleIdx="0" presStyleCnt="3" custLinFactY="-70072" custLinFactNeighborX="-271" custLinFactNeighborY="-100000"/>
      <dgm:spPr/>
      <dgm:t>
        <a:bodyPr/>
        <a:lstStyle/>
        <a:p>
          <a:endParaRPr lang="en-US"/>
        </a:p>
      </dgm:t>
    </dgm:pt>
    <dgm:pt modelId="{327E5816-A4F7-4047-BA2C-11A381E8B166}" type="pres">
      <dgm:prSet presAssocID="{71E5C948-EDE2-4642-A04B-E92E5AD74D19}" presName="hierChild3" presStyleCnt="0"/>
      <dgm:spPr/>
    </dgm:pt>
    <dgm:pt modelId="{4A6D69BD-BAF3-4A9F-9F10-F8AB20AC1D53}" type="pres">
      <dgm:prSet presAssocID="{575F0E9D-5E16-4B91-895A-DEB883AC9209}" presName="Name25" presStyleLbl="parChTrans1D3" presStyleIdx="0" presStyleCnt="6"/>
      <dgm:spPr/>
      <dgm:t>
        <a:bodyPr/>
        <a:lstStyle/>
        <a:p>
          <a:endParaRPr lang="en-US"/>
        </a:p>
      </dgm:t>
    </dgm:pt>
    <dgm:pt modelId="{0D247B55-AB99-4B37-916D-2FD7206EE84E}" type="pres">
      <dgm:prSet presAssocID="{575F0E9D-5E16-4B91-895A-DEB883AC9209}" presName="connTx" presStyleLbl="parChTrans1D3" presStyleIdx="0" presStyleCnt="6"/>
      <dgm:spPr/>
      <dgm:t>
        <a:bodyPr/>
        <a:lstStyle/>
        <a:p>
          <a:endParaRPr lang="en-US"/>
        </a:p>
      </dgm:t>
    </dgm:pt>
    <dgm:pt modelId="{D16CC884-26B4-4B40-B9C5-1BA0769A4D0C}" type="pres">
      <dgm:prSet presAssocID="{27230CA1-1661-442C-A892-0EF831F372BE}" presName="Name30" presStyleCnt="0"/>
      <dgm:spPr/>
    </dgm:pt>
    <dgm:pt modelId="{4142249B-2FC1-46D6-A303-D2D0B57CC897}" type="pres">
      <dgm:prSet presAssocID="{27230CA1-1661-442C-A892-0EF831F372BE}" presName="level2Shape" presStyleLbl="node3" presStyleIdx="0" presStyleCnt="6" custLinFactY="-70072" custLinFactNeighborX="-271" custLinFactNeighborY="-100000"/>
      <dgm:spPr/>
      <dgm:t>
        <a:bodyPr/>
        <a:lstStyle/>
        <a:p>
          <a:endParaRPr lang="en-US"/>
        </a:p>
      </dgm:t>
    </dgm:pt>
    <dgm:pt modelId="{BF1C192F-DB5C-44EF-AA1D-A7A2F5562246}" type="pres">
      <dgm:prSet presAssocID="{27230CA1-1661-442C-A892-0EF831F372BE}" presName="hierChild3" presStyleCnt="0"/>
      <dgm:spPr/>
    </dgm:pt>
    <dgm:pt modelId="{B11182E3-1962-4A5A-883B-452C17F85DC6}" type="pres">
      <dgm:prSet presAssocID="{BAD97A12-B182-433F-A279-42CFED4CB5D9}" presName="Name25" presStyleLbl="parChTrans1D3" presStyleIdx="1" presStyleCnt="6"/>
      <dgm:spPr/>
      <dgm:t>
        <a:bodyPr/>
        <a:lstStyle/>
        <a:p>
          <a:endParaRPr lang="en-US"/>
        </a:p>
      </dgm:t>
    </dgm:pt>
    <dgm:pt modelId="{C3F0DF6B-E375-4FE2-B06E-43AC1C299942}" type="pres">
      <dgm:prSet presAssocID="{BAD97A12-B182-433F-A279-42CFED4CB5D9}" presName="connTx" presStyleLbl="parChTrans1D3" presStyleIdx="1" presStyleCnt="6"/>
      <dgm:spPr/>
      <dgm:t>
        <a:bodyPr/>
        <a:lstStyle/>
        <a:p>
          <a:endParaRPr lang="en-US"/>
        </a:p>
      </dgm:t>
    </dgm:pt>
    <dgm:pt modelId="{DBBC1A75-1E0C-4375-866E-FF3B9BBD5639}" type="pres">
      <dgm:prSet presAssocID="{246F61C9-F392-4DFF-BC44-F86D7FBE550B}" presName="Name30" presStyleCnt="0"/>
      <dgm:spPr/>
    </dgm:pt>
    <dgm:pt modelId="{25803810-ACAF-41A3-AEB7-064268B7C8FD}" type="pres">
      <dgm:prSet presAssocID="{246F61C9-F392-4DFF-BC44-F86D7FBE550B}" presName="level2Shape" presStyleLbl="node3" presStyleIdx="1" presStyleCnt="6" custLinFactY="-70072" custLinFactNeighborX="-271" custLinFactNeighborY="-100000"/>
      <dgm:spPr/>
      <dgm:t>
        <a:bodyPr/>
        <a:lstStyle/>
        <a:p>
          <a:endParaRPr lang="en-US"/>
        </a:p>
      </dgm:t>
    </dgm:pt>
    <dgm:pt modelId="{38086416-4BE3-4628-B7A8-0B1DCE5B00B5}" type="pres">
      <dgm:prSet presAssocID="{246F61C9-F392-4DFF-BC44-F86D7FBE550B}" presName="hierChild3" presStyleCnt="0"/>
      <dgm:spPr/>
    </dgm:pt>
    <dgm:pt modelId="{B75DBDD8-A52B-4CA7-84DA-205A4AE30A70}" type="pres">
      <dgm:prSet presAssocID="{B574BE6B-C09A-41EF-AD56-63B95A33B4F4}" presName="Name25" presStyleLbl="parChTrans1D2" presStyleIdx="1" presStyleCnt="3"/>
      <dgm:spPr/>
      <dgm:t>
        <a:bodyPr/>
        <a:lstStyle/>
        <a:p>
          <a:endParaRPr lang="en-US"/>
        </a:p>
      </dgm:t>
    </dgm:pt>
    <dgm:pt modelId="{D1A2A4D6-6691-496F-910C-891974736B3F}" type="pres">
      <dgm:prSet presAssocID="{B574BE6B-C09A-41EF-AD56-63B95A33B4F4}" presName="connTx" presStyleLbl="parChTrans1D2" presStyleIdx="1" presStyleCnt="3"/>
      <dgm:spPr/>
      <dgm:t>
        <a:bodyPr/>
        <a:lstStyle/>
        <a:p>
          <a:endParaRPr lang="en-US"/>
        </a:p>
      </dgm:t>
    </dgm:pt>
    <dgm:pt modelId="{A99E3A09-EA57-40F6-8950-64FC91364FEF}" type="pres">
      <dgm:prSet presAssocID="{A206462B-3DF1-4C11-81ED-9172F3B3103F}" presName="Name30" presStyleCnt="0"/>
      <dgm:spPr/>
    </dgm:pt>
    <dgm:pt modelId="{19165111-1861-4802-B51D-BFFE41949D8F}" type="pres">
      <dgm:prSet presAssocID="{A206462B-3DF1-4C11-81ED-9172F3B3103F}" presName="level2Shape" presStyleLbl="node2" presStyleIdx="1" presStyleCnt="3" custLinFactY="-70072" custLinFactNeighborX="-271" custLinFactNeighborY="-100000"/>
      <dgm:spPr/>
      <dgm:t>
        <a:bodyPr/>
        <a:lstStyle/>
        <a:p>
          <a:endParaRPr lang="en-US"/>
        </a:p>
      </dgm:t>
    </dgm:pt>
    <dgm:pt modelId="{7CD2A3B2-A436-46AF-A132-27308B5767BB}" type="pres">
      <dgm:prSet presAssocID="{A206462B-3DF1-4C11-81ED-9172F3B3103F}" presName="hierChild3" presStyleCnt="0"/>
      <dgm:spPr/>
    </dgm:pt>
    <dgm:pt modelId="{49807931-CA7C-426E-A3CA-D758327D2E1D}" type="pres">
      <dgm:prSet presAssocID="{FE4FAE11-61C9-4B9A-9FF1-38395115A633}" presName="Name25" presStyleLbl="parChTrans1D3" presStyleIdx="2" presStyleCnt="6"/>
      <dgm:spPr/>
      <dgm:t>
        <a:bodyPr/>
        <a:lstStyle/>
        <a:p>
          <a:endParaRPr lang="en-US"/>
        </a:p>
      </dgm:t>
    </dgm:pt>
    <dgm:pt modelId="{7E0BB9B9-D073-4B01-8FC9-68EDD55C8717}" type="pres">
      <dgm:prSet presAssocID="{FE4FAE11-61C9-4B9A-9FF1-38395115A633}" presName="connTx" presStyleLbl="parChTrans1D3" presStyleIdx="2" presStyleCnt="6"/>
      <dgm:spPr/>
      <dgm:t>
        <a:bodyPr/>
        <a:lstStyle/>
        <a:p>
          <a:endParaRPr lang="en-US"/>
        </a:p>
      </dgm:t>
    </dgm:pt>
    <dgm:pt modelId="{6AD6AC43-554C-490B-8CC7-0535C228417F}" type="pres">
      <dgm:prSet presAssocID="{B59D3A81-B3D7-41F1-AAA9-8D0D5300C404}" presName="Name30" presStyleCnt="0"/>
      <dgm:spPr/>
    </dgm:pt>
    <dgm:pt modelId="{AA701330-B7A4-4549-A6C3-4BECFAB8E13B}" type="pres">
      <dgm:prSet presAssocID="{B59D3A81-B3D7-41F1-AAA9-8D0D5300C404}" presName="level2Shape" presStyleLbl="node3" presStyleIdx="2" presStyleCnt="6" custLinFactY="-70072" custLinFactNeighborX="-271" custLinFactNeighborY="-100000"/>
      <dgm:spPr/>
      <dgm:t>
        <a:bodyPr/>
        <a:lstStyle/>
        <a:p>
          <a:endParaRPr lang="en-US"/>
        </a:p>
      </dgm:t>
    </dgm:pt>
    <dgm:pt modelId="{947BA327-D4DE-47BE-AAC1-9608602BF6E5}" type="pres">
      <dgm:prSet presAssocID="{B59D3A81-B3D7-41F1-AAA9-8D0D5300C404}" presName="hierChild3" presStyleCnt="0"/>
      <dgm:spPr/>
    </dgm:pt>
    <dgm:pt modelId="{BBE7AB9A-EB7D-41F8-8B3F-1528B1DA8278}" type="pres">
      <dgm:prSet presAssocID="{70BA2E7A-BF5F-4360-88C5-B19DE07A3167}" presName="Name25" presStyleLbl="parChTrans1D3" presStyleIdx="3" presStyleCnt="6"/>
      <dgm:spPr/>
      <dgm:t>
        <a:bodyPr/>
        <a:lstStyle/>
        <a:p>
          <a:endParaRPr lang="en-US"/>
        </a:p>
      </dgm:t>
    </dgm:pt>
    <dgm:pt modelId="{9D67D4C6-8F5B-4BD8-B81B-E684FE6A4490}" type="pres">
      <dgm:prSet presAssocID="{70BA2E7A-BF5F-4360-88C5-B19DE07A3167}" presName="connTx" presStyleLbl="parChTrans1D3" presStyleIdx="3" presStyleCnt="6"/>
      <dgm:spPr/>
      <dgm:t>
        <a:bodyPr/>
        <a:lstStyle/>
        <a:p>
          <a:endParaRPr lang="en-US"/>
        </a:p>
      </dgm:t>
    </dgm:pt>
    <dgm:pt modelId="{BF1FA0B1-2CC0-4C37-A2AC-57F9D36C1FC5}" type="pres">
      <dgm:prSet presAssocID="{AA082FA1-1E6B-4976-B2B9-C953D52BE360}" presName="Name30" presStyleCnt="0"/>
      <dgm:spPr/>
    </dgm:pt>
    <dgm:pt modelId="{BEC99C26-5C3D-4233-B681-DBE0549BC95D}" type="pres">
      <dgm:prSet presAssocID="{AA082FA1-1E6B-4976-B2B9-C953D52BE360}" presName="level2Shape" presStyleLbl="node3" presStyleIdx="3" presStyleCnt="6" custLinFactY="-70072" custLinFactNeighborX="-271" custLinFactNeighborY="-100000"/>
      <dgm:spPr/>
      <dgm:t>
        <a:bodyPr/>
        <a:lstStyle/>
        <a:p>
          <a:endParaRPr lang="en-US"/>
        </a:p>
      </dgm:t>
    </dgm:pt>
    <dgm:pt modelId="{D37B7935-5C42-40B8-B49A-C7B40E0A01A2}" type="pres">
      <dgm:prSet presAssocID="{AA082FA1-1E6B-4976-B2B9-C953D52BE360}" presName="hierChild3" presStyleCnt="0"/>
      <dgm:spPr/>
    </dgm:pt>
    <dgm:pt modelId="{19F12853-34CA-460B-8B9A-F0EAC3DC7D41}" type="pres">
      <dgm:prSet presAssocID="{B8332212-0C2A-4168-AEF9-961344B9E7F6}" presName="Name25" presStyleLbl="parChTrans1D2" presStyleIdx="2" presStyleCnt="3"/>
      <dgm:spPr/>
      <dgm:t>
        <a:bodyPr/>
        <a:lstStyle/>
        <a:p>
          <a:endParaRPr lang="en-US"/>
        </a:p>
      </dgm:t>
    </dgm:pt>
    <dgm:pt modelId="{EAED8D6D-42B1-4794-878C-6A42E75E773C}" type="pres">
      <dgm:prSet presAssocID="{B8332212-0C2A-4168-AEF9-961344B9E7F6}" presName="connTx" presStyleLbl="parChTrans1D2" presStyleIdx="2" presStyleCnt="3"/>
      <dgm:spPr/>
      <dgm:t>
        <a:bodyPr/>
        <a:lstStyle/>
        <a:p>
          <a:endParaRPr lang="en-US"/>
        </a:p>
      </dgm:t>
    </dgm:pt>
    <dgm:pt modelId="{4669A0EC-90FE-4589-8355-A6173F81DFBA}" type="pres">
      <dgm:prSet presAssocID="{4ECF3948-A08E-42C8-A8CD-036A1804B45D}" presName="Name30" presStyleCnt="0"/>
      <dgm:spPr/>
    </dgm:pt>
    <dgm:pt modelId="{87C6B6CD-401B-48E8-89CB-05EDDCFC23D3}" type="pres">
      <dgm:prSet presAssocID="{4ECF3948-A08E-42C8-A8CD-036A1804B45D}" presName="level2Shape" presStyleLbl="node2" presStyleIdx="2" presStyleCnt="3" custLinFactY="-70072" custLinFactNeighborX="-271" custLinFactNeighborY="-100000"/>
      <dgm:spPr/>
      <dgm:t>
        <a:bodyPr/>
        <a:lstStyle/>
        <a:p>
          <a:endParaRPr lang="en-US"/>
        </a:p>
      </dgm:t>
    </dgm:pt>
    <dgm:pt modelId="{03A1DBE4-8752-4F7A-AEAD-E0FD7F3C24C8}" type="pres">
      <dgm:prSet presAssocID="{4ECF3948-A08E-42C8-A8CD-036A1804B45D}" presName="hierChild3" presStyleCnt="0"/>
      <dgm:spPr/>
    </dgm:pt>
    <dgm:pt modelId="{BCE33596-913D-45E9-BC0D-27A4AF709A34}" type="pres">
      <dgm:prSet presAssocID="{2B7150F9-1B72-4221-B981-CE0192A120C7}" presName="Name25" presStyleLbl="parChTrans1D3" presStyleIdx="4" presStyleCnt="6"/>
      <dgm:spPr/>
      <dgm:t>
        <a:bodyPr/>
        <a:lstStyle/>
        <a:p>
          <a:endParaRPr lang="en-US"/>
        </a:p>
      </dgm:t>
    </dgm:pt>
    <dgm:pt modelId="{8476564F-911A-40ED-9966-742CC59D65CE}" type="pres">
      <dgm:prSet presAssocID="{2B7150F9-1B72-4221-B981-CE0192A120C7}" presName="connTx" presStyleLbl="parChTrans1D3" presStyleIdx="4" presStyleCnt="6"/>
      <dgm:spPr/>
      <dgm:t>
        <a:bodyPr/>
        <a:lstStyle/>
        <a:p>
          <a:endParaRPr lang="en-US"/>
        </a:p>
      </dgm:t>
    </dgm:pt>
    <dgm:pt modelId="{605DE217-5C4C-4FE7-87AE-2596F1BE041C}" type="pres">
      <dgm:prSet presAssocID="{2931DAAB-79BA-4754-88EA-24EA9634B0F2}" presName="Name30" presStyleCnt="0"/>
      <dgm:spPr/>
    </dgm:pt>
    <dgm:pt modelId="{943B85A5-36B8-4D8C-B380-96999ADD7AED}" type="pres">
      <dgm:prSet presAssocID="{2931DAAB-79BA-4754-88EA-24EA9634B0F2}" presName="level2Shape" presStyleLbl="node3" presStyleIdx="4" presStyleCnt="6" custLinFactY="-70072" custLinFactNeighborX="-271" custLinFactNeighborY="-100000"/>
      <dgm:spPr/>
      <dgm:t>
        <a:bodyPr/>
        <a:lstStyle/>
        <a:p>
          <a:endParaRPr lang="en-US"/>
        </a:p>
      </dgm:t>
    </dgm:pt>
    <dgm:pt modelId="{3B6C6D83-FE73-4DFD-B13D-344E19D4E90D}" type="pres">
      <dgm:prSet presAssocID="{2931DAAB-79BA-4754-88EA-24EA9634B0F2}" presName="hierChild3" presStyleCnt="0"/>
      <dgm:spPr/>
    </dgm:pt>
    <dgm:pt modelId="{8413A30C-E4B7-478B-8653-9BDB27CFB372}" type="pres">
      <dgm:prSet presAssocID="{D03A40E8-3F6B-4F1A-AAF0-6265073C530D}" presName="Name25" presStyleLbl="parChTrans1D3" presStyleIdx="5" presStyleCnt="6"/>
      <dgm:spPr/>
      <dgm:t>
        <a:bodyPr/>
        <a:lstStyle/>
        <a:p>
          <a:endParaRPr lang="en-US"/>
        </a:p>
      </dgm:t>
    </dgm:pt>
    <dgm:pt modelId="{9788BA84-D4DC-4B1F-B671-EFBD5E0D9673}" type="pres">
      <dgm:prSet presAssocID="{D03A40E8-3F6B-4F1A-AAF0-6265073C530D}" presName="connTx" presStyleLbl="parChTrans1D3" presStyleIdx="5" presStyleCnt="6"/>
      <dgm:spPr/>
      <dgm:t>
        <a:bodyPr/>
        <a:lstStyle/>
        <a:p>
          <a:endParaRPr lang="en-US"/>
        </a:p>
      </dgm:t>
    </dgm:pt>
    <dgm:pt modelId="{C68F0FEC-8A39-41B0-A23B-BA2FF8F6831D}" type="pres">
      <dgm:prSet presAssocID="{9717EC6A-FF92-46C6-AEE7-A96B0D0B3606}" presName="Name30" presStyleCnt="0"/>
      <dgm:spPr/>
    </dgm:pt>
    <dgm:pt modelId="{AAB45742-E02A-418C-AE2E-AE43454EDBAA}" type="pres">
      <dgm:prSet presAssocID="{9717EC6A-FF92-46C6-AEE7-A96B0D0B3606}" presName="level2Shape" presStyleLbl="node3" presStyleIdx="5" presStyleCnt="6" custLinFactY="-70072" custLinFactNeighborX="-271" custLinFactNeighborY="-100000"/>
      <dgm:spPr/>
      <dgm:t>
        <a:bodyPr/>
        <a:lstStyle/>
        <a:p>
          <a:endParaRPr lang="en-US"/>
        </a:p>
      </dgm:t>
    </dgm:pt>
    <dgm:pt modelId="{D5ED316D-C18A-4F35-B16A-B41C2389CF51}" type="pres">
      <dgm:prSet presAssocID="{9717EC6A-FF92-46C6-AEE7-A96B0D0B3606}" presName="hierChild3" presStyleCnt="0"/>
      <dgm:spPr/>
    </dgm:pt>
    <dgm:pt modelId="{85488296-A5DB-450F-B156-A1F798F5B62C}" type="pres">
      <dgm:prSet presAssocID="{C88864CC-666B-4A93-902D-C714F7EA10FD}" presName="bgShapesFlow" presStyleCnt="0"/>
      <dgm:spPr/>
    </dgm:pt>
    <dgm:pt modelId="{359C3F74-BED8-4B19-B996-20F1707640DE}" type="pres">
      <dgm:prSet presAssocID="{B77D6A3A-EA9F-4C24-9D99-DCABEB1AAE4E}" presName="rectComp" presStyleCnt="0"/>
      <dgm:spPr/>
    </dgm:pt>
    <dgm:pt modelId="{E2CD8C0B-C3F3-48D8-8883-113AF72F2506}" type="pres">
      <dgm:prSet presAssocID="{B77D6A3A-EA9F-4C24-9D99-DCABEB1AAE4E}" presName="bgRect" presStyleLbl="bgShp" presStyleIdx="0" presStyleCnt="3"/>
      <dgm:spPr/>
      <dgm:t>
        <a:bodyPr/>
        <a:lstStyle/>
        <a:p>
          <a:endParaRPr lang="en-US"/>
        </a:p>
      </dgm:t>
    </dgm:pt>
    <dgm:pt modelId="{3CDD5EFB-0672-4903-9EC0-5976F4A34A8A}" type="pres">
      <dgm:prSet presAssocID="{B77D6A3A-EA9F-4C24-9D99-DCABEB1AAE4E}" presName="bgRectTx" presStyleLbl="bgShp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5F3E26-BE21-4AF2-AC32-8179E098CE13}" type="pres">
      <dgm:prSet presAssocID="{B77D6A3A-EA9F-4C24-9D99-DCABEB1AAE4E}" presName="spComp" presStyleCnt="0"/>
      <dgm:spPr/>
    </dgm:pt>
    <dgm:pt modelId="{E479EDA1-6770-4866-926E-BFBCA89FEF61}" type="pres">
      <dgm:prSet presAssocID="{B77D6A3A-EA9F-4C24-9D99-DCABEB1AAE4E}" presName="hSp" presStyleCnt="0"/>
      <dgm:spPr/>
    </dgm:pt>
    <dgm:pt modelId="{F106A281-03FD-4C37-A0A9-D201EAF49A26}" type="pres">
      <dgm:prSet presAssocID="{E4F4D283-CCC7-485B-98A1-F73DA223D728}" presName="rectComp" presStyleCnt="0"/>
      <dgm:spPr/>
    </dgm:pt>
    <dgm:pt modelId="{2B1A9755-8F7F-4D5F-8BB0-0F6D9A2D5E53}" type="pres">
      <dgm:prSet presAssocID="{E4F4D283-CCC7-485B-98A1-F73DA223D728}" presName="bgRect" presStyleLbl="bgShp" presStyleIdx="1" presStyleCnt="3"/>
      <dgm:spPr/>
      <dgm:t>
        <a:bodyPr/>
        <a:lstStyle/>
        <a:p>
          <a:endParaRPr lang="en-US"/>
        </a:p>
      </dgm:t>
    </dgm:pt>
    <dgm:pt modelId="{02AFCB77-FB67-47DA-B3AF-1377A3F6ECDC}" type="pres">
      <dgm:prSet presAssocID="{E4F4D283-CCC7-485B-98A1-F73DA223D728}" presName="bgRectTx" presStyleLbl="bgShp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C3C5C8-74D8-4031-A6D2-12937EB4B0E5}" type="pres">
      <dgm:prSet presAssocID="{E4F4D283-CCC7-485B-98A1-F73DA223D728}" presName="spComp" presStyleCnt="0"/>
      <dgm:spPr/>
    </dgm:pt>
    <dgm:pt modelId="{87208DFA-7413-4A53-8B31-A5ED0069F7C9}" type="pres">
      <dgm:prSet presAssocID="{E4F4D283-CCC7-485B-98A1-F73DA223D728}" presName="hSp" presStyleCnt="0"/>
      <dgm:spPr/>
    </dgm:pt>
    <dgm:pt modelId="{33D99CBE-88E5-4C15-9F55-2B8011ED735B}" type="pres">
      <dgm:prSet presAssocID="{C562182A-DA26-4865-B9CD-864DDBC5AC81}" presName="rectComp" presStyleCnt="0"/>
      <dgm:spPr/>
    </dgm:pt>
    <dgm:pt modelId="{2D3C6DD8-0C81-42B2-8A5E-614C9A9062F8}" type="pres">
      <dgm:prSet presAssocID="{C562182A-DA26-4865-B9CD-864DDBC5AC81}" presName="bgRect" presStyleLbl="bgShp" presStyleIdx="2" presStyleCnt="3"/>
      <dgm:spPr/>
      <dgm:t>
        <a:bodyPr/>
        <a:lstStyle/>
        <a:p>
          <a:endParaRPr lang="en-US"/>
        </a:p>
      </dgm:t>
    </dgm:pt>
    <dgm:pt modelId="{8DC0C59D-368C-4B7C-93C6-4D2A0896F42C}" type="pres">
      <dgm:prSet presAssocID="{C562182A-DA26-4865-B9CD-864DDBC5AC81}" presName="bgRectTx" presStyleLbl="bgShp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40D574A-2F02-4461-BD5C-367C414B9EE6}" type="presOf" srcId="{B77D6A3A-EA9F-4C24-9D99-DCABEB1AAE4E}" destId="{3CDD5EFB-0672-4903-9EC0-5976F4A34A8A}" srcOrd="1" destOrd="0" presId="urn:microsoft.com/office/officeart/2005/8/layout/hierarchy5"/>
    <dgm:cxn modelId="{3C2B9504-DED9-434A-B6BD-079262025429}" type="presOf" srcId="{70BA2E7A-BF5F-4360-88C5-B19DE07A3167}" destId="{9D67D4C6-8F5B-4BD8-B81B-E684FE6A4490}" srcOrd="1" destOrd="0" presId="urn:microsoft.com/office/officeart/2005/8/layout/hierarchy5"/>
    <dgm:cxn modelId="{ED7FB807-2F6A-4EC2-ADB3-01AE9E284C69}" type="presOf" srcId="{575F0E9D-5E16-4B91-895A-DEB883AC9209}" destId="{0D247B55-AB99-4B37-916D-2FD7206EE84E}" srcOrd="1" destOrd="0" presId="urn:microsoft.com/office/officeart/2005/8/layout/hierarchy5"/>
    <dgm:cxn modelId="{98749C6D-FC55-468A-833C-1B399CB14C1C}" srcId="{A206462B-3DF1-4C11-81ED-9172F3B3103F}" destId="{AA082FA1-1E6B-4976-B2B9-C953D52BE360}" srcOrd="1" destOrd="0" parTransId="{70BA2E7A-BF5F-4360-88C5-B19DE07A3167}" sibTransId="{6389F4B0-571D-4333-8727-C1EE8681FF37}"/>
    <dgm:cxn modelId="{3043522C-A79A-406B-8D60-D198BF00A751}" type="presOf" srcId="{B59D3A81-B3D7-41F1-AAA9-8D0D5300C404}" destId="{AA701330-B7A4-4549-A6C3-4BECFAB8E13B}" srcOrd="0" destOrd="0" presId="urn:microsoft.com/office/officeart/2005/8/layout/hierarchy5"/>
    <dgm:cxn modelId="{9E329409-1F2A-4622-A62D-FF42FDA092E4}" type="presOf" srcId="{2B7150F9-1B72-4221-B981-CE0192A120C7}" destId="{BCE33596-913D-45E9-BC0D-27A4AF709A34}" srcOrd="0" destOrd="0" presId="urn:microsoft.com/office/officeart/2005/8/layout/hierarchy5"/>
    <dgm:cxn modelId="{ACB6BE1F-FFF6-4B56-B7F5-0DA3F96FB95C}" type="presOf" srcId="{BAD97A12-B182-433F-A279-42CFED4CB5D9}" destId="{B11182E3-1962-4A5A-883B-452C17F85DC6}" srcOrd="0" destOrd="0" presId="urn:microsoft.com/office/officeart/2005/8/layout/hierarchy5"/>
    <dgm:cxn modelId="{DD9CE315-95CB-449B-A89B-6360E72754A5}" type="presOf" srcId="{70BA2E7A-BF5F-4360-88C5-B19DE07A3167}" destId="{BBE7AB9A-EB7D-41F8-8B3F-1528B1DA8278}" srcOrd="0" destOrd="0" presId="urn:microsoft.com/office/officeart/2005/8/layout/hierarchy5"/>
    <dgm:cxn modelId="{FA57FC76-01E7-4146-A116-00984D41E285}" type="presOf" srcId="{C562182A-DA26-4865-B9CD-864DDBC5AC81}" destId="{8DC0C59D-368C-4B7C-93C6-4D2A0896F42C}" srcOrd="1" destOrd="0" presId="urn:microsoft.com/office/officeart/2005/8/layout/hierarchy5"/>
    <dgm:cxn modelId="{27B5BC3E-D60F-4E4B-8C78-D92B83984689}" type="presOf" srcId="{BAD97A12-B182-433F-A279-42CFED4CB5D9}" destId="{C3F0DF6B-E375-4FE2-B06E-43AC1C299942}" srcOrd="1" destOrd="0" presId="urn:microsoft.com/office/officeart/2005/8/layout/hierarchy5"/>
    <dgm:cxn modelId="{BDD719F0-42E8-4A43-B775-159BB3A2071E}" type="presOf" srcId="{D03A40E8-3F6B-4F1A-AAF0-6265073C530D}" destId="{9788BA84-D4DC-4B1F-B671-EFBD5E0D9673}" srcOrd="1" destOrd="0" presId="urn:microsoft.com/office/officeart/2005/8/layout/hierarchy5"/>
    <dgm:cxn modelId="{9CB48C35-C487-4C2F-88DE-ECA7789C614E}" type="presOf" srcId="{CB057BE7-69C0-4E75-8913-0AF54BC35F45}" destId="{BB32687D-3E83-4488-AEF9-44C52164D685}" srcOrd="0" destOrd="0" presId="urn:microsoft.com/office/officeart/2005/8/layout/hierarchy5"/>
    <dgm:cxn modelId="{34DCBBED-E617-40E9-8FCE-1DD2A422494E}" type="presOf" srcId="{CB057BE7-69C0-4E75-8913-0AF54BC35F45}" destId="{E8F0C4D6-A542-4384-8042-211E1C736640}" srcOrd="1" destOrd="0" presId="urn:microsoft.com/office/officeart/2005/8/layout/hierarchy5"/>
    <dgm:cxn modelId="{EEBD96CB-0EFF-48F6-BAA3-ABB95A58A027}" srcId="{4ECF3948-A08E-42C8-A8CD-036A1804B45D}" destId="{9717EC6A-FF92-46C6-AEE7-A96B0D0B3606}" srcOrd="1" destOrd="0" parTransId="{D03A40E8-3F6B-4F1A-AAF0-6265073C530D}" sibTransId="{479F6474-116F-4621-98EF-C4772203D661}"/>
    <dgm:cxn modelId="{60EB1340-FB93-4334-B123-A37965A1D78E}" type="presOf" srcId="{B8332212-0C2A-4168-AEF9-961344B9E7F6}" destId="{19F12853-34CA-460B-8B9A-F0EAC3DC7D41}" srcOrd="0" destOrd="0" presId="urn:microsoft.com/office/officeart/2005/8/layout/hierarchy5"/>
    <dgm:cxn modelId="{67C92016-195B-411C-B3FD-6E630E06D2AA}" type="presOf" srcId="{2931DAAB-79BA-4754-88EA-24EA9634B0F2}" destId="{943B85A5-36B8-4D8C-B380-96999ADD7AED}" srcOrd="0" destOrd="0" presId="urn:microsoft.com/office/officeart/2005/8/layout/hierarchy5"/>
    <dgm:cxn modelId="{166C8215-721B-4C54-8AA3-DCE5AFFDFD10}" type="presOf" srcId="{C88864CC-666B-4A93-902D-C714F7EA10FD}" destId="{620B6151-D7AA-4711-AAEF-98C3DBC8538D}" srcOrd="0" destOrd="0" presId="urn:microsoft.com/office/officeart/2005/8/layout/hierarchy5"/>
    <dgm:cxn modelId="{BDC22DF9-9C77-478F-BD03-E78078F3B09F}" srcId="{1372FE08-6216-4E64-8252-5B9E479A4FB6}" destId="{4ECF3948-A08E-42C8-A8CD-036A1804B45D}" srcOrd="2" destOrd="0" parTransId="{B8332212-0C2A-4168-AEF9-961344B9E7F6}" sibTransId="{D1E58313-71A6-47DB-B6F5-8F85D09DEA08}"/>
    <dgm:cxn modelId="{660C5C2C-BBDF-4400-8239-F05CF2B01421}" srcId="{C88864CC-666B-4A93-902D-C714F7EA10FD}" destId="{E4F4D283-CCC7-485B-98A1-F73DA223D728}" srcOrd="2" destOrd="0" parTransId="{697E2DC2-A0F9-4BCA-B0D5-13F5A75C9DCF}" sibTransId="{A5EDECC6-0948-4BD7-B497-FA71AEC80942}"/>
    <dgm:cxn modelId="{89341754-7A0E-4430-B5E7-B248CDFBEF65}" type="presOf" srcId="{575F0E9D-5E16-4B91-895A-DEB883AC9209}" destId="{4A6D69BD-BAF3-4A9F-9F10-F8AB20AC1D53}" srcOrd="0" destOrd="0" presId="urn:microsoft.com/office/officeart/2005/8/layout/hierarchy5"/>
    <dgm:cxn modelId="{E6C3D1A6-4425-4DDC-AE6E-0B333336D66A}" srcId="{C88864CC-666B-4A93-902D-C714F7EA10FD}" destId="{B77D6A3A-EA9F-4C24-9D99-DCABEB1AAE4E}" srcOrd="1" destOrd="0" parTransId="{7996678B-2608-445B-B986-6BFBE56B8AFE}" sibTransId="{2816F300-C644-4909-BD36-5082C0F3C16D}"/>
    <dgm:cxn modelId="{6BABDF30-126D-4099-81FC-6469BCF69EA4}" type="presOf" srcId="{E4F4D283-CCC7-485B-98A1-F73DA223D728}" destId="{2B1A9755-8F7F-4D5F-8BB0-0F6D9A2D5E53}" srcOrd="0" destOrd="0" presId="urn:microsoft.com/office/officeart/2005/8/layout/hierarchy5"/>
    <dgm:cxn modelId="{1F4960E8-8DB5-4D99-93E1-B76C21D402EA}" type="presOf" srcId="{FE4FAE11-61C9-4B9A-9FF1-38395115A633}" destId="{7E0BB9B9-D073-4B01-8FC9-68EDD55C8717}" srcOrd="1" destOrd="0" presId="urn:microsoft.com/office/officeart/2005/8/layout/hierarchy5"/>
    <dgm:cxn modelId="{7FC9CCC9-5F16-445D-8F85-FF039AFECBFC}" type="presOf" srcId="{E4F4D283-CCC7-485B-98A1-F73DA223D728}" destId="{02AFCB77-FB67-47DA-B3AF-1377A3F6ECDC}" srcOrd="1" destOrd="0" presId="urn:microsoft.com/office/officeart/2005/8/layout/hierarchy5"/>
    <dgm:cxn modelId="{5CCD54BE-D4EC-4959-9390-9BFE8944DADC}" type="presOf" srcId="{246F61C9-F392-4DFF-BC44-F86D7FBE550B}" destId="{25803810-ACAF-41A3-AEB7-064268B7C8FD}" srcOrd="0" destOrd="0" presId="urn:microsoft.com/office/officeart/2005/8/layout/hierarchy5"/>
    <dgm:cxn modelId="{86590438-081F-45D9-93BA-78B1310A52B8}" srcId="{C88864CC-666B-4A93-902D-C714F7EA10FD}" destId="{1372FE08-6216-4E64-8252-5B9E479A4FB6}" srcOrd="0" destOrd="0" parTransId="{A6C02994-EDBA-42A2-BE9C-1564674A8716}" sibTransId="{1418CE22-75D7-41A4-8195-7DB28BAAD9A2}"/>
    <dgm:cxn modelId="{3C9061B7-0BD1-4702-8FAE-5E0F853E70F3}" type="presOf" srcId="{1372FE08-6216-4E64-8252-5B9E479A4FB6}" destId="{D669B661-19CC-4E89-B64D-F1A584B5B09A}" srcOrd="0" destOrd="0" presId="urn:microsoft.com/office/officeart/2005/8/layout/hierarchy5"/>
    <dgm:cxn modelId="{9EE37EDC-3608-4FBD-9656-051C194F9592}" srcId="{1372FE08-6216-4E64-8252-5B9E479A4FB6}" destId="{71E5C948-EDE2-4642-A04B-E92E5AD74D19}" srcOrd="0" destOrd="0" parTransId="{CB057BE7-69C0-4E75-8913-0AF54BC35F45}" sibTransId="{53213990-C6A7-4FA0-93FA-5E61F4957918}"/>
    <dgm:cxn modelId="{1E82550A-A05F-4C0D-A38B-C834B1659FD5}" type="presOf" srcId="{4ECF3948-A08E-42C8-A8CD-036A1804B45D}" destId="{87C6B6CD-401B-48E8-89CB-05EDDCFC23D3}" srcOrd="0" destOrd="0" presId="urn:microsoft.com/office/officeart/2005/8/layout/hierarchy5"/>
    <dgm:cxn modelId="{24911219-991C-4E06-9C87-0F09311BE1B4}" srcId="{A206462B-3DF1-4C11-81ED-9172F3B3103F}" destId="{B59D3A81-B3D7-41F1-AAA9-8D0D5300C404}" srcOrd="0" destOrd="0" parTransId="{FE4FAE11-61C9-4B9A-9FF1-38395115A633}" sibTransId="{9F8BF972-6F7C-435B-B49D-6EA9A36554A3}"/>
    <dgm:cxn modelId="{5CC0051D-27BA-4DEB-8C9D-0B6B03922AC8}" type="presOf" srcId="{B8332212-0C2A-4168-AEF9-961344B9E7F6}" destId="{EAED8D6D-42B1-4794-878C-6A42E75E773C}" srcOrd="1" destOrd="0" presId="urn:microsoft.com/office/officeart/2005/8/layout/hierarchy5"/>
    <dgm:cxn modelId="{238581CF-5CF3-4A16-9D35-367D8C224D20}" type="presOf" srcId="{AA082FA1-1E6B-4976-B2B9-C953D52BE360}" destId="{BEC99C26-5C3D-4233-B681-DBE0549BC95D}" srcOrd="0" destOrd="0" presId="urn:microsoft.com/office/officeart/2005/8/layout/hierarchy5"/>
    <dgm:cxn modelId="{2B11BA26-B72D-4D0C-9B48-0B30F5E73D08}" type="presOf" srcId="{FE4FAE11-61C9-4B9A-9FF1-38395115A633}" destId="{49807931-CA7C-426E-A3CA-D758327D2E1D}" srcOrd="0" destOrd="0" presId="urn:microsoft.com/office/officeart/2005/8/layout/hierarchy5"/>
    <dgm:cxn modelId="{45A661F9-2F70-404F-8A27-44E55139E010}" type="presOf" srcId="{B574BE6B-C09A-41EF-AD56-63B95A33B4F4}" destId="{D1A2A4D6-6691-496F-910C-891974736B3F}" srcOrd="1" destOrd="0" presId="urn:microsoft.com/office/officeart/2005/8/layout/hierarchy5"/>
    <dgm:cxn modelId="{A983A53B-8E31-4EA6-A3B1-047220EDE23C}" type="presOf" srcId="{C562182A-DA26-4865-B9CD-864DDBC5AC81}" destId="{2D3C6DD8-0C81-42B2-8A5E-614C9A9062F8}" srcOrd="0" destOrd="0" presId="urn:microsoft.com/office/officeart/2005/8/layout/hierarchy5"/>
    <dgm:cxn modelId="{6E35B424-874C-4316-AEC8-BAD4ECC2F7DA}" type="presOf" srcId="{9717EC6A-FF92-46C6-AEE7-A96B0D0B3606}" destId="{AAB45742-E02A-418C-AE2E-AE43454EDBAA}" srcOrd="0" destOrd="0" presId="urn:microsoft.com/office/officeart/2005/8/layout/hierarchy5"/>
    <dgm:cxn modelId="{5FB20314-0169-475F-A7DA-3BDB8D22606A}" type="presOf" srcId="{A206462B-3DF1-4C11-81ED-9172F3B3103F}" destId="{19165111-1861-4802-B51D-BFFE41949D8F}" srcOrd="0" destOrd="0" presId="urn:microsoft.com/office/officeart/2005/8/layout/hierarchy5"/>
    <dgm:cxn modelId="{B8D1F9B1-57EC-4731-875F-96E8FB85C717}" srcId="{4ECF3948-A08E-42C8-A8CD-036A1804B45D}" destId="{2931DAAB-79BA-4754-88EA-24EA9634B0F2}" srcOrd="0" destOrd="0" parTransId="{2B7150F9-1B72-4221-B981-CE0192A120C7}" sibTransId="{D11A7DF3-048A-4AD2-968C-5ECB5E4CA4D7}"/>
    <dgm:cxn modelId="{0EF46F6A-EE29-4019-ADFD-8B14D9AD99AE}" srcId="{71E5C948-EDE2-4642-A04B-E92E5AD74D19}" destId="{27230CA1-1661-442C-A892-0EF831F372BE}" srcOrd="0" destOrd="0" parTransId="{575F0E9D-5E16-4B91-895A-DEB883AC9209}" sibTransId="{EBDB7C06-4242-4B97-8108-09ACDEE2A8BE}"/>
    <dgm:cxn modelId="{EB472193-440D-40FA-9DF2-F4B8B32F25D7}" type="presOf" srcId="{D03A40E8-3F6B-4F1A-AAF0-6265073C530D}" destId="{8413A30C-E4B7-478B-8653-9BDB27CFB372}" srcOrd="0" destOrd="0" presId="urn:microsoft.com/office/officeart/2005/8/layout/hierarchy5"/>
    <dgm:cxn modelId="{1657DE3C-8313-4AD1-BE8C-FEB18D700A38}" srcId="{71E5C948-EDE2-4642-A04B-E92E5AD74D19}" destId="{246F61C9-F392-4DFF-BC44-F86D7FBE550B}" srcOrd="1" destOrd="0" parTransId="{BAD97A12-B182-433F-A279-42CFED4CB5D9}" sibTransId="{B46DDE20-E165-4AC6-A40C-D670365E40DC}"/>
    <dgm:cxn modelId="{EA28B6F8-7AE2-459A-8092-DC0FACF3201D}" srcId="{C88864CC-666B-4A93-902D-C714F7EA10FD}" destId="{C562182A-DA26-4865-B9CD-864DDBC5AC81}" srcOrd="3" destOrd="0" parTransId="{236FD1C4-9672-466E-802E-3FAB8EEF9330}" sibTransId="{E662C6A0-8707-427A-B87F-F690FC2040D8}"/>
    <dgm:cxn modelId="{CBD0AFB6-81C0-46BD-A8EF-877D62D28E61}" type="presOf" srcId="{B574BE6B-C09A-41EF-AD56-63B95A33B4F4}" destId="{B75DBDD8-A52B-4CA7-84DA-205A4AE30A70}" srcOrd="0" destOrd="0" presId="urn:microsoft.com/office/officeart/2005/8/layout/hierarchy5"/>
    <dgm:cxn modelId="{34201AEE-790E-4056-AE54-3965D0694764}" type="presOf" srcId="{2B7150F9-1B72-4221-B981-CE0192A120C7}" destId="{8476564F-911A-40ED-9966-742CC59D65CE}" srcOrd="1" destOrd="0" presId="urn:microsoft.com/office/officeart/2005/8/layout/hierarchy5"/>
    <dgm:cxn modelId="{40A69A7A-BBF8-4A8B-A350-FF2854DC8EB9}" type="presOf" srcId="{27230CA1-1661-442C-A892-0EF831F372BE}" destId="{4142249B-2FC1-46D6-A303-D2D0B57CC897}" srcOrd="0" destOrd="0" presId="urn:microsoft.com/office/officeart/2005/8/layout/hierarchy5"/>
    <dgm:cxn modelId="{34EDBED7-FED8-4085-B738-0C07221D714D}" type="presOf" srcId="{71E5C948-EDE2-4642-A04B-E92E5AD74D19}" destId="{FA2E5AE1-6E5D-4398-B4E6-1D2F1B0D1995}" srcOrd="0" destOrd="0" presId="urn:microsoft.com/office/officeart/2005/8/layout/hierarchy5"/>
    <dgm:cxn modelId="{3D3165D4-95A0-4E8F-BAAF-198832FBC907}" type="presOf" srcId="{B77D6A3A-EA9F-4C24-9D99-DCABEB1AAE4E}" destId="{E2CD8C0B-C3F3-48D8-8883-113AF72F2506}" srcOrd="0" destOrd="0" presId="urn:microsoft.com/office/officeart/2005/8/layout/hierarchy5"/>
    <dgm:cxn modelId="{AC8DBD19-1000-450F-8CF0-CEFFCCAB9290}" srcId="{1372FE08-6216-4E64-8252-5B9E479A4FB6}" destId="{A206462B-3DF1-4C11-81ED-9172F3B3103F}" srcOrd="1" destOrd="0" parTransId="{B574BE6B-C09A-41EF-AD56-63B95A33B4F4}" sibTransId="{A01E95C8-89B9-406F-A5FE-73D72CB74A44}"/>
    <dgm:cxn modelId="{0370FB9E-FA33-4A28-9A43-9CD8F9F4AF00}" type="presParOf" srcId="{620B6151-D7AA-4711-AAEF-98C3DBC8538D}" destId="{5E8AC655-1941-440B-93AC-64FF4EF0FBCB}" srcOrd="0" destOrd="0" presId="urn:microsoft.com/office/officeart/2005/8/layout/hierarchy5"/>
    <dgm:cxn modelId="{0BB1C45A-AAFB-462D-8B81-07AD5B7353AD}" type="presParOf" srcId="{5E8AC655-1941-440B-93AC-64FF4EF0FBCB}" destId="{D62BEAB5-2188-4AF6-9187-5FAB883DA912}" srcOrd="0" destOrd="0" presId="urn:microsoft.com/office/officeart/2005/8/layout/hierarchy5"/>
    <dgm:cxn modelId="{C7459671-F89F-45B4-AB7B-03E1BEF6D18C}" type="presParOf" srcId="{5E8AC655-1941-440B-93AC-64FF4EF0FBCB}" destId="{C345054A-4C79-4DE3-9F71-7704BC7F0229}" srcOrd="1" destOrd="0" presId="urn:microsoft.com/office/officeart/2005/8/layout/hierarchy5"/>
    <dgm:cxn modelId="{86EDE895-25B5-4562-905E-6604387CD864}" type="presParOf" srcId="{C345054A-4C79-4DE3-9F71-7704BC7F0229}" destId="{D0D6CCE7-7603-4197-A6B3-39F7756E45DF}" srcOrd="0" destOrd="0" presId="urn:microsoft.com/office/officeart/2005/8/layout/hierarchy5"/>
    <dgm:cxn modelId="{F8692033-C672-4642-BF61-90B85EF31417}" type="presParOf" srcId="{D0D6CCE7-7603-4197-A6B3-39F7756E45DF}" destId="{D669B661-19CC-4E89-B64D-F1A584B5B09A}" srcOrd="0" destOrd="0" presId="urn:microsoft.com/office/officeart/2005/8/layout/hierarchy5"/>
    <dgm:cxn modelId="{B3B44611-EF8A-4A01-8F0B-DF45A0F9C840}" type="presParOf" srcId="{D0D6CCE7-7603-4197-A6B3-39F7756E45DF}" destId="{92253436-E85E-4D7D-A9EA-785939D9026C}" srcOrd="1" destOrd="0" presId="urn:microsoft.com/office/officeart/2005/8/layout/hierarchy5"/>
    <dgm:cxn modelId="{38E5CD9F-1727-432B-A2B5-07A5A2C00C05}" type="presParOf" srcId="{92253436-E85E-4D7D-A9EA-785939D9026C}" destId="{BB32687D-3E83-4488-AEF9-44C52164D685}" srcOrd="0" destOrd="0" presId="urn:microsoft.com/office/officeart/2005/8/layout/hierarchy5"/>
    <dgm:cxn modelId="{E5CA8122-E464-4ED8-BB0B-1DEC14E57404}" type="presParOf" srcId="{BB32687D-3E83-4488-AEF9-44C52164D685}" destId="{E8F0C4D6-A542-4384-8042-211E1C736640}" srcOrd="0" destOrd="0" presId="urn:microsoft.com/office/officeart/2005/8/layout/hierarchy5"/>
    <dgm:cxn modelId="{E5B8D83D-06EC-478F-B346-9D76AA7F631F}" type="presParOf" srcId="{92253436-E85E-4D7D-A9EA-785939D9026C}" destId="{F3F3139A-3E1C-471B-A770-01CCB3C07FA9}" srcOrd="1" destOrd="0" presId="urn:microsoft.com/office/officeart/2005/8/layout/hierarchy5"/>
    <dgm:cxn modelId="{283D9C9D-BA27-4368-8CB6-A27DD455F4AC}" type="presParOf" srcId="{F3F3139A-3E1C-471B-A770-01CCB3C07FA9}" destId="{FA2E5AE1-6E5D-4398-B4E6-1D2F1B0D1995}" srcOrd="0" destOrd="0" presId="urn:microsoft.com/office/officeart/2005/8/layout/hierarchy5"/>
    <dgm:cxn modelId="{EA8555A0-6A1C-4C6B-820D-D44CC6CE7BDC}" type="presParOf" srcId="{F3F3139A-3E1C-471B-A770-01CCB3C07FA9}" destId="{327E5816-A4F7-4047-BA2C-11A381E8B166}" srcOrd="1" destOrd="0" presId="urn:microsoft.com/office/officeart/2005/8/layout/hierarchy5"/>
    <dgm:cxn modelId="{86D1CFDF-E633-4F32-81E0-02F896D67E45}" type="presParOf" srcId="{327E5816-A4F7-4047-BA2C-11A381E8B166}" destId="{4A6D69BD-BAF3-4A9F-9F10-F8AB20AC1D53}" srcOrd="0" destOrd="0" presId="urn:microsoft.com/office/officeart/2005/8/layout/hierarchy5"/>
    <dgm:cxn modelId="{2D71A843-F62E-4209-9D8F-D724AA89F91E}" type="presParOf" srcId="{4A6D69BD-BAF3-4A9F-9F10-F8AB20AC1D53}" destId="{0D247B55-AB99-4B37-916D-2FD7206EE84E}" srcOrd="0" destOrd="0" presId="urn:microsoft.com/office/officeart/2005/8/layout/hierarchy5"/>
    <dgm:cxn modelId="{364D6B9D-AA41-4760-8061-F0A42F19DED3}" type="presParOf" srcId="{327E5816-A4F7-4047-BA2C-11A381E8B166}" destId="{D16CC884-26B4-4B40-B9C5-1BA0769A4D0C}" srcOrd="1" destOrd="0" presId="urn:microsoft.com/office/officeart/2005/8/layout/hierarchy5"/>
    <dgm:cxn modelId="{365CF58F-3F70-47EE-BFF3-2ED722EA8CC7}" type="presParOf" srcId="{D16CC884-26B4-4B40-B9C5-1BA0769A4D0C}" destId="{4142249B-2FC1-46D6-A303-D2D0B57CC897}" srcOrd="0" destOrd="0" presId="urn:microsoft.com/office/officeart/2005/8/layout/hierarchy5"/>
    <dgm:cxn modelId="{9A4C5B27-B672-4E5A-83B5-C49AC591826E}" type="presParOf" srcId="{D16CC884-26B4-4B40-B9C5-1BA0769A4D0C}" destId="{BF1C192F-DB5C-44EF-AA1D-A7A2F5562246}" srcOrd="1" destOrd="0" presId="urn:microsoft.com/office/officeart/2005/8/layout/hierarchy5"/>
    <dgm:cxn modelId="{645719FB-4F9D-4EE0-AFAB-8B66BEE4E422}" type="presParOf" srcId="{327E5816-A4F7-4047-BA2C-11A381E8B166}" destId="{B11182E3-1962-4A5A-883B-452C17F85DC6}" srcOrd="2" destOrd="0" presId="urn:microsoft.com/office/officeart/2005/8/layout/hierarchy5"/>
    <dgm:cxn modelId="{42E326EA-A744-4D2A-B90E-ACEF09218A21}" type="presParOf" srcId="{B11182E3-1962-4A5A-883B-452C17F85DC6}" destId="{C3F0DF6B-E375-4FE2-B06E-43AC1C299942}" srcOrd="0" destOrd="0" presId="urn:microsoft.com/office/officeart/2005/8/layout/hierarchy5"/>
    <dgm:cxn modelId="{6068B347-3C0B-42D1-BB5B-33CF0C7D2B69}" type="presParOf" srcId="{327E5816-A4F7-4047-BA2C-11A381E8B166}" destId="{DBBC1A75-1E0C-4375-866E-FF3B9BBD5639}" srcOrd="3" destOrd="0" presId="urn:microsoft.com/office/officeart/2005/8/layout/hierarchy5"/>
    <dgm:cxn modelId="{5E0A23CB-BEC0-48A9-A01C-064E28A06ED2}" type="presParOf" srcId="{DBBC1A75-1E0C-4375-866E-FF3B9BBD5639}" destId="{25803810-ACAF-41A3-AEB7-064268B7C8FD}" srcOrd="0" destOrd="0" presId="urn:microsoft.com/office/officeart/2005/8/layout/hierarchy5"/>
    <dgm:cxn modelId="{1E9F5D6C-70A7-4877-8C00-5E42E8859EE3}" type="presParOf" srcId="{DBBC1A75-1E0C-4375-866E-FF3B9BBD5639}" destId="{38086416-4BE3-4628-B7A8-0B1DCE5B00B5}" srcOrd="1" destOrd="0" presId="urn:microsoft.com/office/officeart/2005/8/layout/hierarchy5"/>
    <dgm:cxn modelId="{90BE54AD-EE9F-4153-AA34-885FFD144AAF}" type="presParOf" srcId="{92253436-E85E-4D7D-A9EA-785939D9026C}" destId="{B75DBDD8-A52B-4CA7-84DA-205A4AE30A70}" srcOrd="2" destOrd="0" presId="urn:microsoft.com/office/officeart/2005/8/layout/hierarchy5"/>
    <dgm:cxn modelId="{3ED1B838-E282-40A4-8016-C65995A435A9}" type="presParOf" srcId="{B75DBDD8-A52B-4CA7-84DA-205A4AE30A70}" destId="{D1A2A4D6-6691-496F-910C-891974736B3F}" srcOrd="0" destOrd="0" presId="urn:microsoft.com/office/officeart/2005/8/layout/hierarchy5"/>
    <dgm:cxn modelId="{32605616-BA8D-42D2-971D-BDF088275200}" type="presParOf" srcId="{92253436-E85E-4D7D-A9EA-785939D9026C}" destId="{A99E3A09-EA57-40F6-8950-64FC91364FEF}" srcOrd="3" destOrd="0" presId="urn:microsoft.com/office/officeart/2005/8/layout/hierarchy5"/>
    <dgm:cxn modelId="{D4E98DFB-BA0C-4F74-B078-643C41627EB9}" type="presParOf" srcId="{A99E3A09-EA57-40F6-8950-64FC91364FEF}" destId="{19165111-1861-4802-B51D-BFFE41949D8F}" srcOrd="0" destOrd="0" presId="urn:microsoft.com/office/officeart/2005/8/layout/hierarchy5"/>
    <dgm:cxn modelId="{A19C6D3B-F4DE-45F3-8724-8B646DF1B493}" type="presParOf" srcId="{A99E3A09-EA57-40F6-8950-64FC91364FEF}" destId="{7CD2A3B2-A436-46AF-A132-27308B5767BB}" srcOrd="1" destOrd="0" presId="urn:microsoft.com/office/officeart/2005/8/layout/hierarchy5"/>
    <dgm:cxn modelId="{CA58E994-6402-42B0-A997-2F8A359E2DD7}" type="presParOf" srcId="{7CD2A3B2-A436-46AF-A132-27308B5767BB}" destId="{49807931-CA7C-426E-A3CA-D758327D2E1D}" srcOrd="0" destOrd="0" presId="urn:microsoft.com/office/officeart/2005/8/layout/hierarchy5"/>
    <dgm:cxn modelId="{193D69E5-EB6A-4F82-AA64-A02B9F3B568D}" type="presParOf" srcId="{49807931-CA7C-426E-A3CA-D758327D2E1D}" destId="{7E0BB9B9-D073-4B01-8FC9-68EDD55C8717}" srcOrd="0" destOrd="0" presId="urn:microsoft.com/office/officeart/2005/8/layout/hierarchy5"/>
    <dgm:cxn modelId="{D3AFDF54-19A9-4371-96E6-0136EAFB7E20}" type="presParOf" srcId="{7CD2A3B2-A436-46AF-A132-27308B5767BB}" destId="{6AD6AC43-554C-490B-8CC7-0535C228417F}" srcOrd="1" destOrd="0" presId="urn:microsoft.com/office/officeart/2005/8/layout/hierarchy5"/>
    <dgm:cxn modelId="{AED4F517-C9E9-41DC-8239-864784280B11}" type="presParOf" srcId="{6AD6AC43-554C-490B-8CC7-0535C228417F}" destId="{AA701330-B7A4-4549-A6C3-4BECFAB8E13B}" srcOrd="0" destOrd="0" presId="urn:microsoft.com/office/officeart/2005/8/layout/hierarchy5"/>
    <dgm:cxn modelId="{4C558B55-8537-4F96-BDAC-A5499E674236}" type="presParOf" srcId="{6AD6AC43-554C-490B-8CC7-0535C228417F}" destId="{947BA327-D4DE-47BE-AAC1-9608602BF6E5}" srcOrd="1" destOrd="0" presId="urn:microsoft.com/office/officeart/2005/8/layout/hierarchy5"/>
    <dgm:cxn modelId="{7FA25177-D665-4808-9237-535B04CEEF88}" type="presParOf" srcId="{7CD2A3B2-A436-46AF-A132-27308B5767BB}" destId="{BBE7AB9A-EB7D-41F8-8B3F-1528B1DA8278}" srcOrd="2" destOrd="0" presId="urn:microsoft.com/office/officeart/2005/8/layout/hierarchy5"/>
    <dgm:cxn modelId="{FB438C56-F2C1-4235-9204-3B16CE347DB3}" type="presParOf" srcId="{BBE7AB9A-EB7D-41F8-8B3F-1528B1DA8278}" destId="{9D67D4C6-8F5B-4BD8-B81B-E684FE6A4490}" srcOrd="0" destOrd="0" presId="urn:microsoft.com/office/officeart/2005/8/layout/hierarchy5"/>
    <dgm:cxn modelId="{CF655F2A-F447-4EC4-940F-7484E2680F15}" type="presParOf" srcId="{7CD2A3B2-A436-46AF-A132-27308B5767BB}" destId="{BF1FA0B1-2CC0-4C37-A2AC-57F9D36C1FC5}" srcOrd="3" destOrd="0" presId="urn:microsoft.com/office/officeart/2005/8/layout/hierarchy5"/>
    <dgm:cxn modelId="{D22B7502-EB03-41E9-90CD-67D16CB2EE21}" type="presParOf" srcId="{BF1FA0B1-2CC0-4C37-A2AC-57F9D36C1FC5}" destId="{BEC99C26-5C3D-4233-B681-DBE0549BC95D}" srcOrd="0" destOrd="0" presId="urn:microsoft.com/office/officeart/2005/8/layout/hierarchy5"/>
    <dgm:cxn modelId="{FC023052-107B-43AA-8C3D-534D6CE9022E}" type="presParOf" srcId="{BF1FA0B1-2CC0-4C37-A2AC-57F9D36C1FC5}" destId="{D37B7935-5C42-40B8-B49A-C7B40E0A01A2}" srcOrd="1" destOrd="0" presId="urn:microsoft.com/office/officeart/2005/8/layout/hierarchy5"/>
    <dgm:cxn modelId="{8A6F2C38-1ECF-4ACB-9F50-F60EA1248CA6}" type="presParOf" srcId="{92253436-E85E-4D7D-A9EA-785939D9026C}" destId="{19F12853-34CA-460B-8B9A-F0EAC3DC7D41}" srcOrd="4" destOrd="0" presId="urn:microsoft.com/office/officeart/2005/8/layout/hierarchy5"/>
    <dgm:cxn modelId="{8503D522-B636-45A8-9A27-F5C93862B785}" type="presParOf" srcId="{19F12853-34CA-460B-8B9A-F0EAC3DC7D41}" destId="{EAED8D6D-42B1-4794-878C-6A42E75E773C}" srcOrd="0" destOrd="0" presId="urn:microsoft.com/office/officeart/2005/8/layout/hierarchy5"/>
    <dgm:cxn modelId="{9D802F10-1795-488D-BBB8-A383A5DDEB08}" type="presParOf" srcId="{92253436-E85E-4D7D-A9EA-785939D9026C}" destId="{4669A0EC-90FE-4589-8355-A6173F81DFBA}" srcOrd="5" destOrd="0" presId="urn:microsoft.com/office/officeart/2005/8/layout/hierarchy5"/>
    <dgm:cxn modelId="{03748751-6424-4EEA-8F4C-706E5AD5C227}" type="presParOf" srcId="{4669A0EC-90FE-4589-8355-A6173F81DFBA}" destId="{87C6B6CD-401B-48E8-89CB-05EDDCFC23D3}" srcOrd="0" destOrd="0" presId="urn:microsoft.com/office/officeart/2005/8/layout/hierarchy5"/>
    <dgm:cxn modelId="{0AB2BB3B-FE8E-4014-A634-7D45782DD442}" type="presParOf" srcId="{4669A0EC-90FE-4589-8355-A6173F81DFBA}" destId="{03A1DBE4-8752-4F7A-AEAD-E0FD7F3C24C8}" srcOrd="1" destOrd="0" presId="urn:microsoft.com/office/officeart/2005/8/layout/hierarchy5"/>
    <dgm:cxn modelId="{BCA0BC8F-E829-4CB4-A4A3-FAD7F21E4918}" type="presParOf" srcId="{03A1DBE4-8752-4F7A-AEAD-E0FD7F3C24C8}" destId="{BCE33596-913D-45E9-BC0D-27A4AF709A34}" srcOrd="0" destOrd="0" presId="urn:microsoft.com/office/officeart/2005/8/layout/hierarchy5"/>
    <dgm:cxn modelId="{9F1D42CE-A75C-4C1E-A82B-6213D22D5ED5}" type="presParOf" srcId="{BCE33596-913D-45E9-BC0D-27A4AF709A34}" destId="{8476564F-911A-40ED-9966-742CC59D65CE}" srcOrd="0" destOrd="0" presId="urn:microsoft.com/office/officeart/2005/8/layout/hierarchy5"/>
    <dgm:cxn modelId="{389B6400-B308-4AC9-9310-DACC5A24A422}" type="presParOf" srcId="{03A1DBE4-8752-4F7A-AEAD-E0FD7F3C24C8}" destId="{605DE217-5C4C-4FE7-87AE-2596F1BE041C}" srcOrd="1" destOrd="0" presId="urn:microsoft.com/office/officeart/2005/8/layout/hierarchy5"/>
    <dgm:cxn modelId="{357B8B6F-EABD-4C04-8A15-6C9FD0F38FF7}" type="presParOf" srcId="{605DE217-5C4C-4FE7-87AE-2596F1BE041C}" destId="{943B85A5-36B8-4D8C-B380-96999ADD7AED}" srcOrd="0" destOrd="0" presId="urn:microsoft.com/office/officeart/2005/8/layout/hierarchy5"/>
    <dgm:cxn modelId="{AB97787D-ABE6-4001-8651-A6D62DE7B49B}" type="presParOf" srcId="{605DE217-5C4C-4FE7-87AE-2596F1BE041C}" destId="{3B6C6D83-FE73-4DFD-B13D-344E19D4E90D}" srcOrd="1" destOrd="0" presId="urn:microsoft.com/office/officeart/2005/8/layout/hierarchy5"/>
    <dgm:cxn modelId="{8718F7DA-A894-4F25-970A-ABFA46A9C282}" type="presParOf" srcId="{03A1DBE4-8752-4F7A-AEAD-E0FD7F3C24C8}" destId="{8413A30C-E4B7-478B-8653-9BDB27CFB372}" srcOrd="2" destOrd="0" presId="urn:microsoft.com/office/officeart/2005/8/layout/hierarchy5"/>
    <dgm:cxn modelId="{693F1FB1-A75B-495A-9C6F-E2304FE8800D}" type="presParOf" srcId="{8413A30C-E4B7-478B-8653-9BDB27CFB372}" destId="{9788BA84-D4DC-4B1F-B671-EFBD5E0D9673}" srcOrd="0" destOrd="0" presId="urn:microsoft.com/office/officeart/2005/8/layout/hierarchy5"/>
    <dgm:cxn modelId="{3A652CBD-142D-476A-9EB0-CF4D3512DD7E}" type="presParOf" srcId="{03A1DBE4-8752-4F7A-AEAD-E0FD7F3C24C8}" destId="{C68F0FEC-8A39-41B0-A23B-BA2FF8F6831D}" srcOrd="3" destOrd="0" presId="urn:microsoft.com/office/officeart/2005/8/layout/hierarchy5"/>
    <dgm:cxn modelId="{65901A6B-9D47-412F-85D1-5DB98A95A6AB}" type="presParOf" srcId="{C68F0FEC-8A39-41B0-A23B-BA2FF8F6831D}" destId="{AAB45742-E02A-418C-AE2E-AE43454EDBAA}" srcOrd="0" destOrd="0" presId="urn:microsoft.com/office/officeart/2005/8/layout/hierarchy5"/>
    <dgm:cxn modelId="{6E27FE61-4C07-4220-A7B9-739340D59589}" type="presParOf" srcId="{C68F0FEC-8A39-41B0-A23B-BA2FF8F6831D}" destId="{D5ED316D-C18A-4F35-B16A-B41C2389CF51}" srcOrd="1" destOrd="0" presId="urn:microsoft.com/office/officeart/2005/8/layout/hierarchy5"/>
    <dgm:cxn modelId="{5FF377B4-C49C-411A-B323-11E944DE0F17}" type="presParOf" srcId="{620B6151-D7AA-4711-AAEF-98C3DBC8538D}" destId="{85488296-A5DB-450F-B156-A1F798F5B62C}" srcOrd="1" destOrd="0" presId="urn:microsoft.com/office/officeart/2005/8/layout/hierarchy5"/>
    <dgm:cxn modelId="{F9858D13-44AE-4164-B9B5-00C2EDF96870}" type="presParOf" srcId="{85488296-A5DB-450F-B156-A1F798F5B62C}" destId="{359C3F74-BED8-4B19-B996-20F1707640DE}" srcOrd="0" destOrd="0" presId="urn:microsoft.com/office/officeart/2005/8/layout/hierarchy5"/>
    <dgm:cxn modelId="{9712111F-9A73-4318-817D-29F63F630E6E}" type="presParOf" srcId="{359C3F74-BED8-4B19-B996-20F1707640DE}" destId="{E2CD8C0B-C3F3-48D8-8883-113AF72F2506}" srcOrd="0" destOrd="0" presId="urn:microsoft.com/office/officeart/2005/8/layout/hierarchy5"/>
    <dgm:cxn modelId="{A7974274-6B71-4550-B666-F6E38FE887B5}" type="presParOf" srcId="{359C3F74-BED8-4B19-B996-20F1707640DE}" destId="{3CDD5EFB-0672-4903-9EC0-5976F4A34A8A}" srcOrd="1" destOrd="0" presId="urn:microsoft.com/office/officeart/2005/8/layout/hierarchy5"/>
    <dgm:cxn modelId="{3EBA211C-4F05-440E-9446-F0C742858112}" type="presParOf" srcId="{85488296-A5DB-450F-B156-A1F798F5B62C}" destId="{0B5F3E26-BE21-4AF2-AC32-8179E098CE13}" srcOrd="1" destOrd="0" presId="urn:microsoft.com/office/officeart/2005/8/layout/hierarchy5"/>
    <dgm:cxn modelId="{6B08EA4F-3B0A-4661-903F-97D1EA122B65}" type="presParOf" srcId="{0B5F3E26-BE21-4AF2-AC32-8179E098CE13}" destId="{E479EDA1-6770-4866-926E-BFBCA89FEF61}" srcOrd="0" destOrd="0" presId="urn:microsoft.com/office/officeart/2005/8/layout/hierarchy5"/>
    <dgm:cxn modelId="{EC6362D1-08B0-4FB3-93D2-B06E1DB8C6E7}" type="presParOf" srcId="{85488296-A5DB-450F-B156-A1F798F5B62C}" destId="{F106A281-03FD-4C37-A0A9-D201EAF49A26}" srcOrd="2" destOrd="0" presId="urn:microsoft.com/office/officeart/2005/8/layout/hierarchy5"/>
    <dgm:cxn modelId="{FFE1834A-945E-4783-8160-96B72349DE3B}" type="presParOf" srcId="{F106A281-03FD-4C37-A0A9-D201EAF49A26}" destId="{2B1A9755-8F7F-4D5F-8BB0-0F6D9A2D5E53}" srcOrd="0" destOrd="0" presId="urn:microsoft.com/office/officeart/2005/8/layout/hierarchy5"/>
    <dgm:cxn modelId="{73C74686-85C6-492B-BC06-ACD352D49AB4}" type="presParOf" srcId="{F106A281-03FD-4C37-A0A9-D201EAF49A26}" destId="{02AFCB77-FB67-47DA-B3AF-1377A3F6ECDC}" srcOrd="1" destOrd="0" presId="urn:microsoft.com/office/officeart/2005/8/layout/hierarchy5"/>
    <dgm:cxn modelId="{660098CB-2A3D-4442-95D1-FC5C9FC70265}" type="presParOf" srcId="{85488296-A5DB-450F-B156-A1F798F5B62C}" destId="{92C3C5C8-74D8-4031-A6D2-12937EB4B0E5}" srcOrd="3" destOrd="0" presId="urn:microsoft.com/office/officeart/2005/8/layout/hierarchy5"/>
    <dgm:cxn modelId="{4E45A3D5-FD73-460A-BE85-90398F966B5E}" type="presParOf" srcId="{92C3C5C8-74D8-4031-A6D2-12937EB4B0E5}" destId="{87208DFA-7413-4A53-8B31-A5ED0069F7C9}" srcOrd="0" destOrd="0" presId="urn:microsoft.com/office/officeart/2005/8/layout/hierarchy5"/>
    <dgm:cxn modelId="{28AC7205-54F8-4FCF-A90D-A30BBF2D0F8A}" type="presParOf" srcId="{85488296-A5DB-450F-B156-A1F798F5B62C}" destId="{33D99CBE-88E5-4C15-9F55-2B8011ED735B}" srcOrd="4" destOrd="0" presId="urn:microsoft.com/office/officeart/2005/8/layout/hierarchy5"/>
    <dgm:cxn modelId="{D00FD8DD-5F3A-419C-8BB6-CBB14D263341}" type="presParOf" srcId="{33D99CBE-88E5-4C15-9F55-2B8011ED735B}" destId="{2D3C6DD8-0C81-42B2-8A5E-614C9A9062F8}" srcOrd="0" destOrd="0" presId="urn:microsoft.com/office/officeart/2005/8/layout/hierarchy5"/>
    <dgm:cxn modelId="{5E4AA03D-DD1A-4FFB-A04E-0522F54B70FD}" type="presParOf" srcId="{33D99CBE-88E5-4C15-9F55-2B8011ED735B}" destId="{8DC0C59D-368C-4B7C-93C6-4D2A0896F42C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764C00-D69F-4CBF-BCBF-18777694F1C7}" type="doc">
      <dgm:prSet loTypeId="urn:microsoft.com/office/officeart/2008/layout/PictureStrip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8E0A0AE-7375-4A90-8424-91555FFD897D}">
      <dgm:prSet phldrT="[Text]" custT="1"/>
      <dgm:spPr/>
      <dgm:t>
        <a:bodyPr/>
        <a:lstStyle/>
        <a:p>
          <a:pPr algn="ctr"/>
          <a:r>
            <a: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Ease of Use</a:t>
          </a:r>
        </a:p>
        <a:p>
          <a:pPr algn="ctr"/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IT architecture will promote ease of use in building and supporting the architecture and solution based on the architecture</a:t>
          </a:r>
          <a:endParaRPr 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8D588C4-8DF6-48DC-A7A2-DCFBC5D2BC61}" type="parTrans" cxnId="{636269B1-E0C9-43A3-9AA5-AD528C6FBF99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15B9B30-EF0C-4497-B0F9-110B66F8F1B7}" type="sibTrans" cxnId="{636269B1-E0C9-43A3-9AA5-AD528C6FBF99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13B3271-3AD8-4934-A3B4-7B49D7737F5A}">
      <dgm:prSet phldrT="[Text]" custT="1"/>
      <dgm:spPr/>
      <dgm:t>
        <a:bodyPr/>
        <a:lstStyle/>
        <a:p>
          <a:pPr algn="ctr"/>
          <a:r>
            <a: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Single point view</a:t>
          </a:r>
        </a:p>
        <a:p>
          <a:pPr algn="ctr"/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IT architecture will enable a consistent, integrated view of the business regardless of access point</a:t>
          </a:r>
          <a:endParaRPr 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C48A02A-56AD-4EC5-946E-AEC18FCE8DFF}" type="parTrans" cxnId="{6F4B5BBF-9171-417A-9EAE-0D65073790B8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F2E25EB-732F-49E2-99F6-DD8D9060FB5B}" type="sibTrans" cxnId="{6F4B5BBF-9171-417A-9EAE-0D65073790B8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1EB15EA-D040-4159-BBCA-02BA7015FFA2}">
      <dgm:prSet phldrT="[Text]" custT="1"/>
      <dgm:spPr/>
      <dgm:t>
        <a:bodyPr/>
        <a:lstStyle/>
        <a:p>
          <a:pPr algn="ctr"/>
          <a:r>
            <a: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Buy over Build</a:t>
          </a:r>
        </a:p>
        <a:p>
          <a:pPr algn="ctr"/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application, system components and enabling frameworks will be purchased unless there is a competitive reason to develop them internally</a:t>
          </a:r>
          <a:endParaRPr 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0F84B67-7E03-446A-B41C-1B9A662B1D75}" type="parTrans" cxnId="{F67AE61A-EDA6-4188-B32B-721FEDC9C129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7B87FC8-7728-4724-BF5F-62633E938C94}" type="sibTrans" cxnId="{F67AE61A-EDA6-4188-B32B-721FEDC9C129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7A23A04-3178-4ECA-9559-3A4BEA318658}">
      <dgm:prSet phldrT="[Text]" custT="1"/>
      <dgm:spPr/>
      <dgm:t>
        <a:bodyPr/>
        <a:lstStyle/>
        <a:p>
          <a:pPr algn="ctr"/>
          <a:r>
            <a: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Speed and Quality</a:t>
          </a:r>
        </a:p>
        <a:p>
          <a:pPr algn="ctr"/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Architecture decisions will be made with an emphasis on accelerating time to market for solutions, while still maintaining required quality level</a:t>
          </a:r>
          <a:endParaRPr 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D08B569-25BE-4EE1-AC6A-8482218ACB94}" type="parTrans" cxnId="{C8946914-5FC0-47BD-BD3B-87B7F5206E44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5E53C7B-499F-4856-A62E-6251B512A4D1}" type="sibTrans" cxnId="{C8946914-5FC0-47BD-BD3B-87B7F5206E44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9BD4293-4B3E-4A42-98B1-DA1D52C72BE5}">
      <dgm:prSet phldrT="[Text]" custT="1"/>
      <dgm:spPr/>
      <dgm:t>
        <a:bodyPr/>
        <a:lstStyle/>
        <a:p>
          <a:pPr algn="ctr"/>
          <a:r>
            <a: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Flexibility and Agility</a:t>
          </a:r>
        </a:p>
        <a:p>
          <a:pPr algn="ctr"/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IT architecture will incorporate flexibility to support changing business needs and enable evolution of the architecture and the solutions built on it</a:t>
          </a:r>
          <a:endParaRPr 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B8C8053-9FC3-48D7-8309-987704338CE4}" type="parTrans" cxnId="{FAC4C7F3-9003-409E-8880-6CDABCBB24AD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8FBA1AA-9DCE-4C4D-91ED-982AFB712007}" type="sibTrans" cxnId="{FAC4C7F3-9003-409E-8880-6CDABCBB24AD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9A82B09-E3C4-4857-8F70-AF89675A94F0}">
      <dgm:prSet phldrT="[Text]" custT="1"/>
      <dgm:spPr/>
      <dgm:t>
        <a:bodyPr/>
        <a:lstStyle/>
        <a:p>
          <a:pPr algn="ctr"/>
          <a:r>
            <a: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Innovative</a:t>
          </a:r>
        </a:p>
        <a:p>
          <a:pPr algn="ctr"/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IT architecture will support incorporation of the new technologies and facilitate innovation</a:t>
          </a:r>
          <a:endParaRPr 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C568C22-517D-4563-AA98-6A797D1BBB40}" type="parTrans" cxnId="{D72B676E-3A6D-496E-988C-5F8418E29CFF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B3C4C8F-0B83-4780-B862-C847049491A7}" type="sibTrans" cxnId="{D72B676E-3A6D-496E-988C-5F8418E29CFF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F080CAC-9317-4FD4-8999-38B23C26236E}">
      <dgm:prSet phldrT="[Text]" custT="1"/>
      <dgm:spPr/>
      <dgm:t>
        <a:bodyPr/>
        <a:lstStyle/>
        <a:p>
          <a:pPr algn="ctr"/>
          <a:r>
            <a: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 Security</a:t>
          </a:r>
        </a:p>
        <a:p>
          <a:pPr algn="ctr"/>
          <a:r>
            <a: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 is protected from unauthorized use and disclosure</a:t>
          </a:r>
          <a:endParaRPr lang="en-US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66B98B7-060D-44AF-86B7-B8152F4878B5}" type="parTrans" cxnId="{70361E9C-2597-4CAD-8E5B-98F7952D2CEB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2B275EF-A5CA-4A07-A719-ACE16B19957C}" type="sibTrans" cxnId="{70361E9C-2597-4CAD-8E5B-98F7952D2CEB}">
      <dgm:prSet/>
      <dgm:spPr/>
      <dgm:t>
        <a:bodyPr/>
        <a:lstStyle/>
        <a:p>
          <a:pPr algn="ctr"/>
          <a:endParaRPr lang="en-US" sz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F4F2268-1B32-477D-A685-115E1A7D74D5}" type="pres">
      <dgm:prSet presAssocID="{29764C00-D69F-4CBF-BCBF-18777694F1C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53900B4-3833-434C-AA61-B515DA133621}" type="pres">
      <dgm:prSet presAssocID="{D8E0A0AE-7375-4A90-8424-91555FFD897D}" presName="composite" presStyleCnt="0"/>
      <dgm:spPr/>
    </dgm:pt>
    <dgm:pt modelId="{CB793509-487A-44D2-A2E3-F3D3C3437AA4}" type="pres">
      <dgm:prSet presAssocID="{D8E0A0AE-7375-4A90-8424-91555FFD897D}" presName="rect1" presStyleLbl="trAlignAcc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70DCC7-BF06-4CB5-BCAA-97C4F39A82EE}" type="pres">
      <dgm:prSet presAssocID="{D8E0A0AE-7375-4A90-8424-91555FFD897D}" presName="rect2" presStyleLbl="fgImgPlace1" presStyleIdx="0" presStyleCnt="7"/>
      <dgm:spPr/>
    </dgm:pt>
    <dgm:pt modelId="{D4EB932F-4FBA-481F-AF51-13A25C8C3B10}" type="pres">
      <dgm:prSet presAssocID="{015B9B30-EF0C-4497-B0F9-110B66F8F1B7}" presName="sibTrans" presStyleCnt="0"/>
      <dgm:spPr/>
    </dgm:pt>
    <dgm:pt modelId="{0794130F-C479-4AA7-A97E-327D0FDED215}" type="pres">
      <dgm:prSet presAssocID="{813B3271-3AD8-4934-A3B4-7B49D7737F5A}" presName="composite" presStyleCnt="0"/>
      <dgm:spPr/>
    </dgm:pt>
    <dgm:pt modelId="{B9F107E4-2164-43D2-9B6D-F00BEF7E0F0C}" type="pres">
      <dgm:prSet presAssocID="{813B3271-3AD8-4934-A3B4-7B49D7737F5A}" presName="rect1" presStyleLbl="trAlignAcc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BE9AE6-EC36-498E-BEE0-6CF660D541A7}" type="pres">
      <dgm:prSet presAssocID="{813B3271-3AD8-4934-A3B4-7B49D7737F5A}" presName="rect2" presStyleLbl="fgImgPlace1" presStyleIdx="1" presStyleCnt="7"/>
      <dgm:spPr/>
    </dgm:pt>
    <dgm:pt modelId="{3DFBE42B-B18C-4F7E-BAD1-9A116C6CC0BE}" type="pres">
      <dgm:prSet presAssocID="{FF2E25EB-732F-49E2-99F6-DD8D9060FB5B}" presName="sibTrans" presStyleCnt="0"/>
      <dgm:spPr/>
    </dgm:pt>
    <dgm:pt modelId="{067C1550-5436-41C6-9F6D-42B0B392849A}" type="pres">
      <dgm:prSet presAssocID="{11EB15EA-D040-4159-BBCA-02BA7015FFA2}" presName="composite" presStyleCnt="0"/>
      <dgm:spPr/>
    </dgm:pt>
    <dgm:pt modelId="{A1504EEB-12D8-404E-81E3-3C6232ADAE5C}" type="pres">
      <dgm:prSet presAssocID="{11EB15EA-D040-4159-BBCA-02BA7015FFA2}" presName="rect1" presStyleLbl="trAlignAcc1" presStyleIdx="2" presStyleCnt="7" custScaleY="120500" custLinFactNeighborX="3048" custLinFactNeighborY="27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486E30-BD06-4081-A421-B711793DB069}" type="pres">
      <dgm:prSet presAssocID="{11EB15EA-D040-4159-BBCA-02BA7015FFA2}" presName="rect2" presStyleLbl="fgImgPlace1" presStyleIdx="2" presStyleCnt="7"/>
      <dgm:spPr/>
    </dgm:pt>
    <dgm:pt modelId="{18460E16-4EFA-4BED-B1CD-912EF2B0F8E3}" type="pres">
      <dgm:prSet presAssocID="{E7B87FC8-7728-4724-BF5F-62633E938C94}" presName="sibTrans" presStyleCnt="0"/>
      <dgm:spPr/>
    </dgm:pt>
    <dgm:pt modelId="{B1116C6C-6D39-4184-B7CA-5F98AD2347FE}" type="pres">
      <dgm:prSet presAssocID="{07A23A04-3178-4ECA-9559-3A4BEA318658}" presName="composite" presStyleCnt="0"/>
      <dgm:spPr/>
    </dgm:pt>
    <dgm:pt modelId="{68C60A0A-B4F7-4AB4-BEE0-2E3529BCAE16}" type="pres">
      <dgm:prSet presAssocID="{07A23A04-3178-4ECA-9559-3A4BEA318658}" presName="rect1" presStyleLbl="trAlignAcc1" presStyleIdx="3" presStyleCnt="7" custScaleY="11703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7C5D5E-911C-4130-8D5A-DCD01121E8FD}" type="pres">
      <dgm:prSet presAssocID="{07A23A04-3178-4ECA-9559-3A4BEA318658}" presName="rect2" presStyleLbl="fgImgPlace1" presStyleIdx="3" presStyleCnt="7"/>
      <dgm:spPr/>
    </dgm:pt>
    <dgm:pt modelId="{56D56B56-7947-493E-8C81-5CB08443DF06}" type="pres">
      <dgm:prSet presAssocID="{95E53C7B-499F-4856-A62E-6251B512A4D1}" presName="sibTrans" presStyleCnt="0"/>
      <dgm:spPr/>
    </dgm:pt>
    <dgm:pt modelId="{200CC871-5107-4646-9584-6AB4A96C5623}" type="pres">
      <dgm:prSet presAssocID="{79BD4293-4B3E-4A42-98B1-DA1D52C72BE5}" presName="composite" presStyleCnt="0"/>
      <dgm:spPr/>
    </dgm:pt>
    <dgm:pt modelId="{2F08EDFA-31A3-412C-A3E4-DDAB84EE839B}" type="pres">
      <dgm:prSet presAssocID="{79BD4293-4B3E-4A42-98B1-DA1D52C72BE5}" presName="rect1" presStyleLbl="trAlignAcc1" presStyleIdx="4" presStyleCnt="7" custScaleY="12827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22820A-924E-4202-AE8C-D9E522FCBD46}" type="pres">
      <dgm:prSet presAssocID="{79BD4293-4B3E-4A42-98B1-DA1D52C72BE5}" presName="rect2" presStyleLbl="fgImgPlace1" presStyleIdx="4" presStyleCnt="7"/>
      <dgm:spPr/>
    </dgm:pt>
    <dgm:pt modelId="{A97DF150-3585-4DC8-A93B-53990AE9DE6E}" type="pres">
      <dgm:prSet presAssocID="{58FBA1AA-9DCE-4C4D-91ED-982AFB712007}" presName="sibTrans" presStyleCnt="0"/>
      <dgm:spPr/>
    </dgm:pt>
    <dgm:pt modelId="{8D28CF28-58F3-4F97-94AF-C3D4863537EE}" type="pres">
      <dgm:prSet presAssocID="{D9A82B09-E3C4-4857-8F70-AF89675A94F0}" presName="composite" presStyleCnt="0"/>
      <dgm:spPr/>
    </dgm:pt>
    <dgm:pt modelId="{7E2A74CA-39D2-4B7A-A8EF-6AA10F9DB75B}" type="pres">
      <dgm:prSet presAssocID="{D9A82B09-E3C4-4857-8F70-AF89675A94F0}" presName="rect1" presStyleLbl="trAlignAcc1" presStyleIdx="5" presStyleCnt="7" custScaleY="1131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5294B1-08AB-46C0-9229-87CF05A23C87}" type="pres">
      <dgm:prSet presAssocID="{D9A82B09-E3C4-4857-8F70-AF89675A94F0}" presName="rect2" presStyleLbl="fgImgPlace1" presStyleIdx="5" presStyleCnt="7" custLinFactNeighborX="339" custLinFactNeighborY="-73"/>
      <dgm:spPr/>
    </dgm:pt>
    <dgm:pt modelId="{A5534F95-DA93-46EF-819B-FC411E503198}" type="pres">
      <dgm:prSet presAssocID="{3B3C4C8F-0B83-4780-B862-C847049491A7}" presName="sibTrans" presStyleCnt="0"/>
      <dgm:spPr/>
    </dgm:pt>
    <dgm:pt modelId="{5C4D940D-891D-4DA2-A62A-380D4CBEE022}" type="pres">
      <dgm:prSet presAssocID="{9F080CAC-9317-4FD4-8999-38B23C26236E}" presName="composite" presStyleCnt="0"/>
      <dgm:spPr/>
    </dgm:pt>
    <dgm:pt modelId="{6091C44B-2D4A-4DF2-8EB8-A1888BD10100}" type="pres">
      <dgm:prSet presAssocID="{9F080CAC-9317-4FD4-8999-38B23C26236E}" presName="rect1" presStyleLbl="trAlignAcc1" presStyleIdx="6" presStyleCnt="7" custLinFactNeighborX="-2898" custLinFactNeighborY="52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43FCB7-A382-4C8B-B8D8-279ABF890B72}" type="pres">
      <dgm:prSet presAssocID="{9F080CAC-9317-4FD4-8999-38B23C26236E}" presName="rect2" presStyleLbl="fgImgPlace1" presStyleIdx="6" presStyleCnt="7" custLinFactNeighborX="-37119" custLinFactNeighborY="4265"/>
      <dgm:spPr/>
    </dgm:pt>
  </dgm:ptLst>
  <dgm:cxnLst>
    <dgm:cxn modelId="{BCFE01EB-5C25-49AA-8FC4-18FAC73159F9}" type="presOf" srcId="{9F080CAC-9317-4FD4-8999-38B23C26236E}" destId="{6091C44B-2D4A-4DF2-8EB8-A1888BD10100}" srcOrd="0" destOrd="0" presId="urn:microsoft.com/office/officeart/2008/layout/PictureStrips"/>
    <dgm:cxn modelId="{FAC4C7F3-9003-409E-8880-6CDABCBB24AD}" srcId="{29764C00-D69F-4CBF-BCBF-18777694F1C7}" destId="{79BD4293-4B3E-4A42-98B1-DA1D52C72BE5}" srcOrd="4" destOrd="0" parTransId="{5B8C8053-9FC3-48D7-8309-987704338CE4}" sibTransId="{58FBA1AA-9DCE-4C4D-91ED-982AFB712007}"/>
    <dgm:cxn modelId="{C8946914-5FC0-47BD-BD3B-87B7F5206E44}" srcId="{29764C00-D69F-4CBF-BCBF-18777694F1C7}" destId="{07A23A04-3178-4ECA-9559-3A4BEA318658}" srcOrd="3" destOrd="0" parTransId="{0D08B569-25BE-4EE1-AC6A-8482218ACB94}" sibTransId="{95E53C7B-499F-4856-A62E-6251B512A4D1}"/>
    <dgm:cxn modelId="{0A82C7DE-E91D-4EE8-9BB0-43F97BAD5B1D}" type="presOf" srcId="{D8E0A0AE-7375-4A90-8424-91555FFD897D}" destId="{CB793509-487A-44D2-A2E3-F3D3C3437AA4}" srcOrd="0" destOrd="0" presId="urn:microsoft.com/office/officeart/2008/layout/PictureStrips"/>
    <dgm:cxn modelId="{842074DE-5938-484F-BD05-2ADE7DE8C533}" type="presOf" srcId="{79BD4293-4B3E-4A42-98B1-DA1D52C72BE5}" destId="{2F08EDFA-31A3-412C-A3E4-DDAB84EE839B}" srcOrd="0" destOrd="0" presId="urn:microsoft.com/office/officeart/2008/layout/PictureStrips"/>
    <dgm:cxn modelId="{F2096C14-778F-402C-BA07-973EF84779BB}" type="presOf" srcId="{07A23A04-3178-4ECA-9559-3A4BEA318658}" destId="{68C60A0A-B4F7-4AB4-BEE0-2E3529BCAE16}" srcOrd="0" destOrd="0" presId="urn:microsoft.com/office/officeart/2008/layout/PictureStrips"/>
    <dgm:cxn modelId="{50C3B2BB-0903-4EF8-9A76-91860BB03BF1}" type="presOf" srcId="{D9A82B09-E3C4-4857-8F70-AF89675A94F0}" destId="{7E2A74CA-39D2-4B7A-A8EF-6AA10F9DB75B}" srcOrd="0" destOrd="0" presId="urn:microsoft.com/office/officeart/2008/layout/PictureStrips"/>
    <dgm:cxn modelId="{7CBB9859-A3EE-4F61-9C8B-52FFE6CBD26C}" type="presOf" srcId="{29764C00-D69F-4CBF-BCBF-18777694F1C7}" destId="{FF4F2268-1B32-477D-A685-115E1A7D74D5}" srcOrd="0" destOrd="0" presId="urn:microsoft.com/office/officeart/2008/layout/PictureStrips"/>
    <dgm:cxn modelId="{70361E9C-2597-4CAD-8E5B-98F7952D2CEB}" srcId="{29764C00-D69F-4CBF-BCBF-18777694F1C7}" destId="{9F080CAC-9317-4FD4-8999-38B23C26236E}" srcOrd="6" destOrd="0" parTransId="{666B98B7-060D-44AF-86B7-B8152F4878B5}" sibTransId="{C2B275EF-A5CA-4A07-A719-ACE16B19957C}"/>
    <dgm:cxn modelId="{F67AE61A-EDA6-4188-B32B-721FEDC9C129}" srcId="{29764C00-D69F-4CBF-BCBF-18777694F1C7}" destId="{11EB15EA-D040-4159-BBCA-02BA7015FFA2}" srcOrd="2" destOrd="0" parTransId="{30F84B67-7E03-446A-B41C-1B9A662B1D75}" sibTransId="{E7B87FC8-7728-4724-BF5F-62633E938C94}"/>
    <dgm:cxn modelId="{6F4B5BBF-9171-417A-9EAE-0D65073790B8}" srcId="{29764C00-D69F-4CBF-BCBF-18777694F1C7}" destId="{813B3271-3AD8-4934-A3B4-7B49D7737F5A}" srcOrd="1" destOrd="0" parTransId="{3C48A02A-56AD-4EC5-946E-AEC18FCE8DFF}" sibTransId="{FF2E25EB-732F-49E2-99F6-DD8D9060FB5B}"/>
    <dgm:cxn modelId="{D72B676E-3A6D-496E-988C-5F8418E29CFF}" srcId="{29764C00-D69F-4CBF-BCBF-18777694F1C7}" destId="{D9A82B09-E3C4-4857-8F70-AF89675A94F0}" srcOrd="5" destOrd="0" parTransId="{DC568C22-517D-4563-AA98-6A797D1BBB40}" sibTransId="{3B3C4C8F-0B83-4780-B862-C847049491A7}"/>
    <dgm:cxn modelId="{797E66BA-9334-4B7B-AEB4-24521478A6B6}" type="presOf" srcId="{11EB15EA-D040-4159-BBCA-02BA7015FFA2}" destId="{A1504EEB-12D8-404E-81E3-3C6232ADAE5C}" srcOrd="0" destOrd="0" presId="urn:microsoft.com/office/officeart/2008/layout/PictureStrips"/>
    <dgm:cxn modelId="{0460BE42-120D-4368-B471-FB8B6B851C91}" type="presOf" srcId="{813B3271-3AD8-4934-A3B4-7B49D7737F5A}" destId="{B9F107E4-2164-43D2-9B6D-F00BEF7E0F0C}" srcOrd="0" destOrd="0" presId="urn:microsoft.com/office/officeart/2008/layout/PictureStrips"/>
    <dgm:cxn modelId="{636269B1-E0C9-43A3-9AA5-AD528C6FBF99}" srcId="{29764C00-D69F-4CBF-BCBF-18777694F1C7}" destId="{D8E0A0AE-7375-4A90-8424-91555FFD897D}" srcOrd="0" destOrd="0" parTransId="{A8D588C4-8DF6-48DC-A7A2-DCFBC5D2BC61}" sibTransId="{015B9B30-EF0C-4497-B0F9-110B66F8F1B7}"/>
    <dgm:cxn modelId="{7CEF14DB-1BB0-4409-B0A4-3962B0569841}" type="presParOf" srcId="{FF4F2268-1B32-477D-A685-115E1A7D74D5}" destId="{D53900B4-3833-434C-AA61-B515DA133621}" srcOrd="0" destOrd="0" presId="urn:microsoft.com/office/officeart/2008/layout/PictureStrips"/>
    <dgm:cxn modelId="{01FCF92A-7228-4AEB-ADA4-0BFB85F65E86}" type="presParOf" srcId="{D53900B4-3833-434C-AA61-B515DA133621}" destId="{CB793509-487A-44D2-A2E3-F3D3C3437AA4}" srcOrd="0" destOrd="0" presId="urn:microsoft.com/office/officeart/2008/layout/PictureStrips"/>
    <dgm:cxn modelId="{4820B155-358A-406C-808A-1184500651F6}" type="presParOf" srcId="{D53900B4-3833-434C-AA61-B515DA133621}" destId="{D870DCC7-BF06-4CB5-BCAA-97C4F39A82EE}" srcOrd="1" destOrd="0" presId="urn:microsoft.com/office/officeart/2008/layout/PictureStrips"/>
    <dgm:cxn modelId="{B0964A92-56E0-49F0-A1B7-8AC9D53FDECC}" type="presParOf" srcId="{FF4F2268-1B32-477D-A685-115E1A7D74D5}" destId="{D4EB932F-4FBA-481F-AF51-13A25C8C3B10}" srcOrd="1" destOrd="0" presId="urn:microsoft.com/office/officeart/2008/layout/PictureStrips"/>
    <dgm:cxn modelId="{E0E7B197-F3AE-4A19-BCEA-E2E4F5BE6028}" type="presParOf" srcId="{FF4F2268-1B32-477D-A685-115E1A7D74D5}" destId="{0794130F-C479-4AA7-A97E-327D0FDED215}" srcOrd="2" destOrd="0" presId="urn:microsoft.com/office/officeart/2008/layout/PictureStrips"/>
    <dgm:cxn modelId="{76BE88FE-88D5-4D8F-81C7-FCD620FD7797}" type="presParOf" srcId="{0794130F-C479-4AA7-A97E-327D0FDED215}" destId="{B9F107E4-2164-43D2-9B6D-F00BEF7E0F0C}" srcOrd="0" destOrd="0" presId="urn:microsoft.com/office/officeart/2008/layout/PictureStrips"/>
    <dgm:cxn modelId="{95DD6D06-C75B-4076-B9B4-98428F285191}" type="presParOf" srcId="{0794130F-C479-4AA7-A97E-327D0FDED215}" destId="{7DBE9AE6-EC36-498E-BEE0-6CF660D541A7}" srcOrd="1" destOrd="0" presId="urn:microsoft.com/office/officeart/2008/layout/PictureStrips"/>
    <dgm:cxn modelId="{8359C64A-F743-4B0F-A958-B3C853E7847E}" type="presParOf" srcId="{FF4F2268-1B32-477D-A685-115E1A7D74D5}" destId="{3DFBE42B-B18C-4F7E-BAD1-9A116C6CC0BE}" srcOrd="3" destOrd="0" presId="urn:microsoft.com/office/officeart/2008/layout/PictureStrips"/>
    <dgm:cxn modelId="{6AAEBB5B-136D-41A2-B320-0B1BF94114DE}" type="presParOf" srcId="{FF4F2268-1B32-477D-A685-115E1A7D74D5}" destId="{067C1550-5436-41C6-9F6D-42B0B392849A}" srcOrd="4" destOrd="0" presId="urn:microsoft.com/office/officeart/2008/layout/PictureStrips"/>
    <dgm:cxn modelId="{D3FA33A4-39D3-4836-B8A1-886374E9961E}" type="presParOf" srcId="{067C1550-5436-41C6-9F6D-42B0B392849A}" destId="{A1504EEB-12D8-404E-81E3-3C6232ADAE5C}" srcOrd="0" destOrd="0" presId="urn:microsoft.com/office/officeart/2008/layout/PictureStrips"/>
    <dgm:cxn modelId="{AD47E68B-1D6F-4CAB-A6C1-67AB4CD06F14}" type="presParOf" srcId="{067C1550-5436-41C6-9F6D-42B0B392849A}" destId="{1A486E30-BD06-4081-A421-B711793DB069}" srcOrd="1" destOrd="0" presId="urn:microsoft.com/office/officeart/2008/layout/PictureStrips"/>
    <dgm:cxn modelId="{49B173E8-2727-4F2D-A8B7-E239162FD1B4}" type="presParOf" srcId="{FF4F2268-1B32-477D-A685-115E1A7D74D5}" destId="{18460E16-4EFA-4BED-B1CD-912EF2B0F8E3}" srcOrd="5" destOrd="0" presId="urn:microsoft.com/office/officeart/2008/layout/PictureStrips"/>
    <dgm:cxn modelId="{2170ACF8-FB8B-4A56-BBF2-5BD9956C22D4}" type="presParOf" srcId="{FF4F2268-1B32-477D-A685-115E1A7D74D5}" destId="{B1116C6C-6D39-4184-B7CA-5F98AD2347FE}" srcOrd="6" destOrd="0" presId="urn:microsoft.com/office/officeart/2008/layout/PictureStrips"/>
    <dgm:cxn modelId="{C8625543-75BF-40CD-85AD-45EDB179B1D6}" type="presParOf" srcId="{B1116C6C-6D39-4184-B7CA-5F98AD2347FE}" destId="{68C60A0A-B4F7-4AB4-BEE0-2E3529BCAE16}" srcOrd="0" destOrd="0" presId="urn:microsoft.com/office/officeart/2008/layout/PictureStrips"/>
    <dgm:cxn modelId="{4CDAC37D-3077-469F-B373-FB129B25907B}" type="presParOf" srcId="{B1116C6C-6D39-4184-B7CA-5F98AD2347FE}" destId="{2B7C5D5E-911C-4130-8D5A-DCD01121E8FD}" srcOrd="1" destOrd="0" presId="urn:microsoft.com/office/officeart/2008/layout/PictureStrips"/>
    <dgm:cxn modelId="{097F2F4C-837B-4A30-86D0-EE1419AA7CA7}" type="presParOf" srcId="{FF4F2268-1B32-477D-A685-115E1A7D74D5}" destId="{56D56B56-7947-493E-8C81-5CB08443DF06}" srcOrd="7" destOrd="0" presId="urn:microsoft.com/office/officeart/2008/layout/PictureStrips"/>
    <dgm:cxn modelId="{2FF41DDD-E0C4-4A47-8745-25983E1C6925}" type="presParOf" srcId="{FF4F2268-1B32-477D-A685-115E1A7D74D5}" destId="{200CC871-5107-4646-9584-6AB4A96C5623}" srcOrd="8" destOrd="0" presId="urn:microsoft.com/office/officeart/2008/layout/PictureStrips"/>
    <dgm:cxn modelId="{A02A7AA7-63E4-44F9-865B-D4749F5F2E3E}" type="presParOf" srcId="{200CC871-5107-4646-9584-6AB4A96C5623}" destId="{2F08EDFA-31A3-412C-A3E4-DDAB84EE839B}" srcOrd="0" destOrd="0" presId="urn:microsoft.com/office/officeart/2008/layout/PictureStrips"/>
    <dgm:cxn modelId="{26E4060C-A9D7-4C85-BB58-F36C6422BA9D}" type="presParOf" srcId="{200CC871-5107-4646-9584-6AB4A96C5623}" destId="{8822820A-924E-4202-AE8C-D9E522FCBD46}" srcOrd="1" destOrd="0" presId="urn:microsoft.com/office/officeart/2008/layout/PictureStrips"/>
    <dgm:cxn modelId="{3CB4ACF4-31A5-4309-9C6F-3406DCC764BD}" type="presParOf" srcId="{FF4F2268-1B32-477D-A685-115E1A7D74D5}" destId="{A97DF150-3585-4DC8-A93B-53990AE9DE6E}" srcOrd="9" destOrd="0" presId="urn:microsoft.com/office/officeart/2008/layout/PictureStrips"/>
    <dgm:cxn modelId="{ABDFFF88-7297-46E7-A1CE-661F2479F7DF}" type="presParOf" srcId="{FF4F2268-1B32-477D-A685-115E1A7D74D5}" destId="{8D28CF28-58F3-4F97-94AF-C3D4863537EE}" srcOrd="10" destOrd="0" presId="urn:microsoft.com/office/officeart/2008/layout/PictureStrips"/>
    <dgm:cxn modelId="{CD5FB8A6-EEFB-43F0-8643-3ADABCC8E6E7}" type="presParOf" srcId="{8D28CF28-58F3-4F97-94AF-C3D4863537EE}" destId="{7E2A74CA-39D2-4B7A-A8EF-6AA10F9DB75B}" srcOrd="0" destOrd="0" presId="urn:microsoft.com/office/officeart/2008/layout/PictureStrips"/>
    <dgm:cxn modelId="{DA52855B-DF64-4B4C-8053-5AB21C6A208F}" type="presParOf" srcId="{8D28CF28-58F3-4F97-94AF-C3D4863537EE}" destId="{075294B1-08AB-46C0-9229-87CF05A23C87}" srcOrd="1" destOrd="0" presId="urn:microsoft.com/office/officeart/2008/layout/PictureStrips"/>
    <dgm:cxn modelId="{B0896C32-D40C-4E83-A8DC-D1B2934687FA}" type="presParOf" srcId="{FF4F2268-1B32-477D-A685-115E1A7D74D5}" destId="{A5534F95-DA93-46EF-819B-FC411E503198}" srcOrd="11" destOrd="0" presId="urn:microsoft.com/office/officeart/2008/layout/PictureStrips"/>
    <dgm:cxn modelId="{2AC9A55F-EA03-4B4D-90DB-7030936833C4}" type="presParOf" srcId="{FF4F2268-1B32-477D-A685-115E1A7D74D5}" destId="{5C4D940D-891D-4DA2-A62A-380D4CBEE022}" srcOrd="12" destOrd="0" presId="urn:microsoft.com/office/officeart/2008/layout/PictureStrips"/>
    <dgm:cxn modelId="{81108AD0-B3BC-4ED0-B568-193316EA414C}" type="presParOf" srcId="{5C4D940D-891D-4DA2-A62A-380D4CBEE022}" destId="{6091C44B-2D4A-4DF2-8EB8-A1888BD10100}" srcOrd="0" destOrd="0" presId="urn:microsoft.com/office/officeart/2008/layout/PictureStrips"/>
    <dgm:cxn modelId="{38DA7BB6-F330-465D-8DBF-E5D0567CCC1E}" type="presParOf" srcId="{5C4D940D-891D-4DA2-A62A-380D4CBEE022}" destId="{3D43FCB7-A382-4C8B-B8D8-279ABF890B72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839751-3A5B-4ED8-8D8D-BD0A2EEF8E9B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5A9A0A-BE7B-4ABD-9470-BD2E22B60F0C}">
      <dgm:prSet phldrT="[Text]" custT="1"/>
      <dgm:spPr/>
      <dgm:t>
        <a:bodyPr/>
        <a:lstStyle/>
        <a:p>
          <a:r>
            <a:rPr lang="en-US" alt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Four (4) key </a:t>
          </a:r>
        </a:p>
        <a:p>
          <a:r>
            <a:rPr lang="en-US" alt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elements</a:t>
          </a:r>
          <a:endParaRPr lang="en-US" sz="1600" dirty="0">
            <a:effectLst/>
          </a:endParaRPr>
        </a:p>
      </dgm:t>
    </dgm:pt>
    <dgm:pt modelId="{27A84260-77E9-4882-AD87-927BD685F2BA}" type="parTrans" cxnId="{384F0E76-2E52-4CAB-9C9E-8538679EBAE1}">
      <dgm:prSet/>
      <dgm:spPr/>
      <dgm:t>
        <a:bodyPr/>
        <a:lstStyle/>
        <a:p>
          <a:endParaRPr lang="en-US" sz="1600">
            <a:effectLst/>
          </a:endParaRPr>
        </a:p>
      </dgm:t>
    </dgm:pt>
    <dgm:pt modelId="{9B79CDFE-0341-437D-802F-B5F9CE4AC36B}" type="sibTrans" cxnId="{384F0E76-2E52-4CAB-9C9E-8538679EBAE1}">
      <dgm:prSet/>
      <dgm:spPr/>
      <dgm:t>
        <a:bodyPr/>
        <a:lstStyle/>
        <a:p>
          <a:endParaRPr lang="en-US" sz="1600">
            <a:effectLst/>
          </a:endParaRPr>
        </a:p>
      </dgm:t>
    </dgm:pt>
    <dgm:pt modelId="{7204E68C-E20C-430A-BC45-24482AAD5258}">
      <dgm:prSet phldrT="[Text]" custT="1"/>
      <dgm:spPr/>
      <dgm:t>
        <a:bodyPr/>
        <a:lstStyle/>
        <a:p>
          <a:r>
            <a:rPr lang="en-US" alt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Core business </a:t>
          </a:r>
        </a:p>
        <a:p>
          <a:r>
            <a:rPr lang="en-US" alt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processes</a:t>
          </a:r>
          <a:endParaRPr lang="en-US" sz="1600" dirty="0">
            <a:effectLst/>
          </a:endParaRPr>
        </a:p>
      </dgm:t>
    </dgm:pt>
    <dgm:pt modelId="{37754F96-E74F-46DC-A9C1-A383184416FA}" type="parTrans" cxnId="{D4EEEA38-C4D2-4D95-8B99-D605A05D99D2}">
      <dgm:prSet/>
      <dgm:spPr/>
      <dgm:t>
        <a:bodyPr/>
        <a:lstStyle/>
        <a:p>
          <a:endParaRPr lang="en-US" sz="1600">
            <a:effectLst/>
          </a:endParaRPr>
        </a:p>
      </dgm:t>
    </dgm:pt>
    <dgm:pt modelId="{BF318B9B-ED86-4999-9F45-604F2B8DBEF0}" type="sibTrans" cxnId="{D4EEEA38-C4D2-4D95-8B99-D605A05D99D2}">
      <dgm:prSet/>
      <dgm:spPr/>
      <dgm:t>
        <a:bodyPr/>
        <a:lstStyle/>
        <a:p>
          <a:endParaRPr lang="en-US" sz="1600">
            <a:effectLst/>
          </a:endParaRPr>
        </a:p>
      </dgm:t>
    </dgm:pt>
    <dgm:pt modelId="{B3AFAED8-5A91-431F-BF32-BDBC5188725A}">
      <dgm:prSet phldrT="[Text]" custT="1"/>
      <dgm:spPr/>
      <dgm:t>
        <a:bodyPr/>
        <a:lstStyle/>
        <a:p>
          <a:r>
            <a:rPr lang="en-US" alt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Shared data</a:t>
          </a:r>
          <a:endParaRPr lang="en-US" sz="1600" dirty="0">
            <a:effectLst/>
          </a:endParaRPr>
        </a:p>
      </dgm:t>
    </dgm:pt>
    <dgm:pt modelId="{DFB3CB19-ABEC-41DC-9DA4-1A0EC6233490}" type="parTrans" cxnId="{41BDEC14-E92C-4FC3-BA4B-2893060CC878}">
      <dgm:prSet/>
      <dgm:spPr/>
      <dgm:t>
        <a:bodyPr/>
        <a:lstStyle/>
        <a:p>
          <a:endParaRPr lang="en-US" sz="1600">
            <a:effectLst/>
          </a:endParaRPr>
        </a:p>
      </dgm:t>
    </dgm:pt>
    <dgm:pt modelId="{C4D94D80-63E1-4C1F-9831-C6234DC0A7C2}" type="sibTrans" cxnId="{41BDEC14-E92C-4FC3-BA4B-2893060CC878}">
      <dgm:prSet/>
      <dgm:spPr/>
      <dgm:t>
        <a:bodyPr/>
        <a:lstStyle/>
        <a:p>
          <a:endParaRPr lang="en-US" sz="1600">
            <a:effectLst/>
          </a:endParaRPr>
        </a:p>
      </dgm:t>
    </dgm:pt>
    <dgm:pt modelId="{A857C1C2-C6F9-4A38-AA7E-86DA8E8F0B40}">
      <dgm:prSet phldrT="[Text]" custT="1"/>
      <dgm:spPr/>
      <dgm:t>
        <a:bodyPr/>
        <a:lstStyle/>
        <a:p>
          <a:r>
            <a:rPr lang="en-US" alt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Linking and </a:t>
          </a:r>
        </a:p>
        <a:p>
          <a:r>
            <a:rPr lang="en-US" alt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automation technologies</a:t>
          </a:r>
          <a:endParaRPr lang="en-US" sz="1600" dirty="0">
            <a:effectLst/>
          </a:endParaRPr>
        </a:p>
      </dgm:t>
    </dgm:pt>
    <dgm:pt modelId="{B19D5D5D-3A7B-476F-84F8-6E99C69D28DA}" type="parTrans" cxnId="{5880580A-EFAF-44F5-BBCC-82DA510C67BE}">
      <dgm:prSet/>
      <dgm:spPr/>
      <dgm:t>
        <a:bodyPr/>
        <a:lstStyle/>
        <a:p>
          <a:endParaRPr lang="en-US" sz="1600">
            <a:effectLst/>
          </a:endParaRPr>
        </a:p>
      </dgm:t>
    </dgm:pt>
    <dgm:pt modelId="{BEF9AE69-758A-4B05-B5D4-1D4158FD7D5A}" type="sibTrans" cxnId="{5880580A-EFAF-44F5-BBCC-82DA510C67BE}">
      <dgm:prSet/>
      <dgm:spPr/>
      <dgm:t>
        <a:bodyPr/>
        <a:lstStyle/>
        <a:p>
          <a:endParaRPr lang="en-US" sz="1600">
            <a:effectLst/>
          </a:endParaRPr>
        </a:p>
      </dgm:t>
    </dgm:pt>
    <dgm:pt modelId="{394C094C-1A48-4650-96EF-432B975865B5}">
      <dgm:prSet phldrT="[Text]" custT="1"/>
      <dgm:spPr/>
      <dgm:t>
        <a:bodyPr/>
        <a:lstStyle/>
        <a:p>
          <a:r>
            <a:rPr lang="en-US" alt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Customer </a:t>
          </a:r>
        </a:p>
        <a:p>
          <a:r>
            <a:rPr lang="en-US" altLang="en-US" sz="16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groups</a:t>
          </a:r>
          <a:endParaRPr lang="en-US" sz="1600" dirty="0">
            <a:effectLst/>
          </a:endParaRPr>
        </a:p>
      </dgm:t>
    </dgm:pt>
    <dgm:pt modelId="{9F2DEC95-5F41-41F1-9184-9155D21A9322}" type="parTrans" cxnId="{A7EEFBAC-B8E7-4BDB-8EBE-D0700678F030}">
      <dgm:prSet/>
      <dgm:spPr/>
      <dgm:t>
        <a:bodyPr/>
        <a:lstStyle/>
        <a:p>
          <a:endParaRPr lang="en-US" sz="1600">
            <a:effectLst/>
          </a:endParaRPr>
        </a:p>
      </dgm:t>
    </dgm:pt>
    <dgm:pt modelId="{58EBEAE0-EAD4-4F96-8BA5-1B25FC4A5B6D}" type="sibTrans" cxnId="{A7EEFBAC-B8E7-4BDB-8EBE-D0700678F030}">
      <dgm:prSet/>
      <dgm:spPr/>
      <dgm:t>
        <a:bodyPr/>
        <a:lstStyle/>
        <a:p>
          <a:endParaRPr lang="en-US" sz="1600">
            <a:effectLst/>
          </a:endParaRPr>
        </a:p>
      </dgm:t>
    </dgm:pt>
    <dgm:pt modelId="{0D7372A7-FB08-4A17-866A-61FC3A4DA7A7}" type="pres">
      <dgm:prSet presAssocID="{36839751-3A5B-4ED8-8D8D-BD0A2EEF8E9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A41174DB-CF12-452C-9B3D-95FFA9E06756}" type="pres">
      <dgm:prSet presAssocID="{F05A9A0A-BE7B-4ABD-9470-BD2E22B60F0C}" presName="hierRoot1" presStyleCnt="0"/>
      <dgm:spPr/>
    </dgm:pt>
    <dgm:pt modelId="{DC5E103D-69E2-45AD-BBB0-D1EB0225DD74}" type="pres">
      <dgm:prSet presAssocID="{F05A9A0A-BE7B-4ABD-9470-BD2E22B60F0C}" presName="composite" presStyleCnt="0"/>
      <dgm:spPr/>
    </dgm:pt>
    <dgm:pt modelId="{FAD1F0FA-BA81-4543-A6F7-2C2C2EABEBCD}" type="pres">
      <dgm:prSet presAssocID="{F05A9A0A-BE7B-4ABD-9470-BD2E22B60F0C}" presName="background" presStyleLbl="node0" presStyleIdx="0" presStyleCnt="1"/>
      <dgm:spPr/>
    </dgm:pt>
    <dgm:pt modelId="{473B390D-1B5F-401B-A27B-5DF8F359839C}" type="pres">
      <dgm:prSet presAssocID="{F05A9A0A-BE7B-4ABD-9470-BD2E22B60F0C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CFD786E-022B-488A-982D-9A1C60A4A170}" type="pres">
      <dgm:prSet presAssocID="{F05A9A0A-BE7B-4ABD-9470-BD2E22B60F0C}" presName="hierChild2" presStyleCnt="0"/>
      <dgm:spPr/>
    </dgm:pt>
    <dgm:pt modelId="{30EC7994-B97D-4AF9-8099-84CE7DBB970C}" type="pres">
      <dgm:prSet presAssocID="{37754F96-E74F-46DC-A9C1-A383184416FA}" presName="Name10" presStyleLbl="parChTrans1D2" presStyleIdx="0" presStyleCnt="4"/>
      <dgm:spPr/>
      <dgm:t>
        <a:bodyPr/>
        <a:lstStyle/>
        <a:p>
          <a:endParaRPr lang="en-US"/>
        </a:p>
      </dgm:t>
    </dgm:pt>
    <dgm:pt modelId="{FE805F4E-3238-4F03-9DF9-9CDF4923DBD4}" type="pres">
      <dgm:prSet presAssocID="{7204E68C-E20C-430A-BC45-24482AAD5258}" presName="hierRoot2" presStyleCnt="0"/>
      <dgm:spPr/>
    </dgm:pt>
    <dgm:pt modelId="{1C15D9AE-B104-4C73-88EC-74FED63319CE}" type="pres">
      <dgm:prSet presAssocID="{7204E68C-E20C-430A-BC45-24482AAD5258}" presName="composite2" presStyleCnt="0"/>
      <dgm:spPr/>
    </dgm:pt>
    <dgm:pt modelId="{FBC3E664-289B-4172-B384-5C7D1F255CB7}" type="pres">
      <dgm:prSet presAssocID="{7204E68C-E20C-430A-BC45-24482AAD5258}" presName="background2" presStyleLbl="node2" presStyleIdx="0" presStyleCnt="4"/>
      <dgm:spPr/>
    </dgm:pt>
    <dgm:pt modelId="{6AD9B4FE-4BE4-4D10-BCC2-E47585EE9EDF}" type="pres">
      <dgm:prSet presAssocID="{7204E68C-E20C-430A-BC45-24482AAD5258}" presName="text2" presStyleLbl="fgAcc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B0F01AD-85A6-4438-A3AE-2833EC11AF43}" type="pres">
      <dgm:prSet presAssocID="{7204E68C-E20C-430A-BC45-24482AAD5258}" presName="hierChild3" presStyleCnt="0"/>
      <dgm:spPr/>
    </dgm:pt>
    <dgm:pt modelId="{EE73A210-5B38-441B-866E-BE35AA22CC64}" type="pres">
      <dgm:prSet presAssocID="{DFB3CB19-ABEC-41DC-9DA4-1A0EC6233490}" presName="Name10" presStyleLbl="parChTrans1D2" presStyleIdx="1" presStyleCnt="4"/>
      <dgm:spPr/>
      <dgm:t>
        <a:bodyPr/>
        <a:lstStyle/>
        <a:p>
          <a:endParaRPr lang="en-US"/>
        </a:p>
      </dgm:t>
    </dgm:pt>
    <dgm:pt modelId="{D0C5B24B-384D-411B-845A-DF1E8610EB88}" type="pres">
      <dgm:prSet presAssocID="{B3AFAED8-5A91-431F-BF32-BDBC5188725A}" presName="hierRoot2" presStyleCnt="0"/>
      <dgm:spPr/>
    </dgm:pt>
    <dgm:pt modelId="{40CB9695-9257-409C-988B-9E0931140E64}" type="pres">
      <dgm:prSet presAssocID="{B3AFAED8-5A91-431F-BF32-BDBC5188725A}" presName="composite2" presStyleCnt="0"/>
      <dgm:spPr/>
    </dgm:pt>
    <dgm:pt modelId="{F777BCC9-4806-44CF-8290-C2CA78944608}" type="pres">
      <dgm:prSet presAssocID="{B3AFAED8-5A91-431F-BF32-BDBC5188725A}" presName="background2" presStyleLbl="node2" presStyleIdx="1" presStyleCnt="4"/>
      <dgm:spPr/>
    </dgm:pt>
    <dgm:pt modelId="{94204377-6CB6-4857-9611-011AB7DCE558}" type="pres">
      <dgm:prSet presAssocID="{B3AFAED8-5A91-431F-BF32-BDBC5188725A}" presName="text2" presStyleLbl="fgAcc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A14E45-DE2C-4FD0-812D-39E83E93E9A9}" type="pres">
      <dgm:prSet presAssocID="{B3AFAED8-5A91-431F-BF32-BDBC5188725A}" presName="hierChild3" presStyleCnt="0"/>
      <dgm:spPr/>
    </dgm:pt>
    <dgm:pt modelId="{76A3DB14-4034-480F-9599-D4BABF903F2C}" type="pres">
      <dgm:prSet presAssocID="{B19D5D5D-3A7B-476F-84F8-6E99C69D28DA}" presName="Name10" presStyleLbl="parChTrans1D2" presStyleIdx="2" presStyleCnt="4"/>
      <dgm:spPr/>
      <dgm:t>
        <a:bodyPr/>
        <a:lstStyle/>
        <a:p>
          <a:endParaRPr lang="en-US"/>
        </a:p>
      </dgm:t>
    </dgm:pt>
    <dgm:pt modelId="{E94992DE-A3F8-4420-B874-37D18F7B3A68}" type="pres">
      <dgm:prSet presAssocID="{A857C1C2-C6F9-4A38-AA7E-86DA8E8F0B40}" presName="hierRoot2" presStyleCnt="0"/>
      <dgm:spPr/>
    </dgm:pt>
    <dgm:pt modelId="{D7B19464-203F-46C0-AE9F-88DCC95E0ED4}" type="pres">
      <dgm:prSet presAssocID="{A857C1C2-C6F9-4A38-AA7E-86DA8E8F0B40}" presName="composite2" presStyleCnt="0"/>
      <dgm:spPr/>
    </dgm:pt>
    <dgm:pt modelId="{5FAB1661-6C64-4AE8-A7D2-6BC5A6D8F71A}" type="pres">
      <dgm:prSet presAssocID="{A857C1C2-C6F9-4A38-AA7E-86DA8E8F0B40}" presName="background2" presStyleLbl="node2" presStyleIdx="2" presStyleCnt="4"/>
      <dgm:spPr/>
    </dgm:pt>
    <dgm:pt modelId="{2F23AB0F-D6D6-45A7-BC1F-520D44AD8AA0}" type="pres">
      <dgm:prSet presAssocID="{A857C1C2-C6F9-4A38-AA7E-86DA8E8F0B40}" presName="text2" presStyleLbl="fgAcc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9945357-7F44-42F5-9619-42EEE9759A09}" type="pres">
      <dgm:prSet presAssocID="{A857C1C2-C6F9-4A38-AA7E-86DA8E8F0B40}" presName="hierChild3" presStyleCnt="0"/>
      <dgm:spPr/>
    </dgm:pt>
    <dgm:pt modelId="{80C2D761-11CD-4438-A6E4-ECA090FFE4F6}" type="pres">
      <dgm:prSet presAssocID="{9F2DEC95-5F41-41F1-9184-9155D21A9322}" presName="Name10" presStyleLbl="parChTrans1D2" presStyleIdx="3" presStyleCnt="4"/>
      <dgm:spPr/>
      <dgm:t>
        <a:bodyPr/>
        <a:lstStyle/>
        <a:p>
          <a:endParaRPr lang="en-US"/>
        </a:p>
      </dgm:t>
    </dgm:pt>
    <dgm:pt modelId="{2CC159E0-FD35-4E61-AB39-630132219A82}" type="pres">
      <dgm:prSet presAssocID="{394C094C-1A48-4650-96EF-432B975865B5}" presName="hierRoot2" presStyleCnt="0"/>
      <dgm:spPr/>
    </dgm:pt>
    <dgm:pt modelId="{BCFF8D07-3D98-4465-B2CE-00E8AA7319ED}" type="pres">
      <dgm:prSet presAssocID="{394C094C-1A48-4650-96EF-432B975865B5}" presName="composite2" presStyleCnt="0"/>
      <dgm:spPr/>
    </dgm:pt>
    <dgm:pt modelId="{9A4C256B-159C-4210-BF0B-2C36DAE4A9C8}" type="pres">
      <dgm:prSet presAssocID="{394C094C-1A48-4650-96EF-432B975865B5}" presName="background2" presStyleLbl="node2" presStyleIdx="3" presStyleCnt="4"/>
      <dgm:spPr/>
    </dgm:pt>
    <dgm:pt modelId="{B382E1A7-5D68-46BE-AB26-6E58E6A85C43}" type="pres">
      <dgm:prSet presAssocID="{394C094C-1A48-4650-96EF-432B975865B5}" presName="text2" presStyleLbl="fgAcc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0586302-7D76-4D12-8192-34BE1220CB89}" type="pres">
      <dgm:prSet presAssocID="{394C094C-1A48-4650-96EF-432B975865B5}" presName="hierChild3" presStyleCnt="0"/>
      <dgm:spPr/>
    </dgm:pt>
  </dgm:ptLst>
  <dgm:cxnLst>
    <dgm:cxn modelId="{90CEB09B-1457-40EE-87EB-3790CCF8C901}" type="presOf" srcId="{394C094C-1A48-4650-96EF-432B975865B5}" destId="{B382E1A7-5D68-46BE-AB26-6E58E6A85C43}" srcOrd="0" destOrd="0" presId="urn:microsoft.com/office/officeart/2005/8/layout/hierarchy1"/>
    <dgm:cxn modelId="{C6A18C3D-8899-499C-A203-701EF3A2600A}" type="presOf" srcId="{A857C1C2-C6F9-4A38-AA7E-86DA8E8F0B40}" destId="{2F23AB0F-D6D6-45A7-BC1F-520D44AD8AA0}" srcOrd="0" destOrd="0" presId="urn:microsoft.com/office/officeart/2005/8/layout/hierarchy1"/>
    <dgm:cxn modelId="{384F0E76-2E52-4CAB-9C9E-8538679EBAE1}" srcId="{36839751-3A5B-4ED8-8D8D-BD0A2EEF8E9B}" destId="{F05A9A0A-BE7B-4ABD-9470-BD2E22B60F0C}" srcOrd="0" destOrd="0" parTransId="{27A84260-77E9-4882-AD87-927BD685F2BA}" sibTransId="{9B79CDFE-0341-437D-802F-B5F9CE4AC36B}"/>
    <dgm:cxn modelId="{08A8BFD0-4136-44A7-8005-21E76560682F}" type="presOf" srcId="{7204E68C-E20C-430A-BC45-24482AAD5258}" destId="{6AD9B4FE-4BE4-4D10-BCC2-E47585EE9EDF}" srcOrd="0" destOrd="0" presId="urn:microsoft.com/office/officeart/2005/8/layout/hierarchy1"/>
    <dgm:cxn modelId="{41BDEC14-E92C-4FC3-BA4B-2893060CC878}" srcId="{F05A9A0A-BE7B-4ABD-9470-BD2E22B60F0C}" destId="{B3AFAED8-5A91-431F-BF32-BDBC5188725A}" srcOrd="1" destOrd="0" parTransId="{DFB3CB19-ABEC-41DC-9DA4-1A0EC6233490}" sibTransId="{C4D94D80-63E1-4C1F-9831-C6234DC0A7C2}"/>
    <dgm:cxn modelId="{78E35797-77EB-4030-9D39-75287F08F78F}" type="presOf" srcId="{9F2DEC95-5F41-41F1-9184-9155D21A9322}" destId="{80C2D761-11CD-4438-A6E4-ECA090FFE4F6}" srcOrd="0" destOrd="0" presId="urn:microsoft.com/office/officeart/2005/8/layout/hierarchy1"/>
    <dgm:cxn modelId="{B25BE266-E80C-4754-B17A-48ED48ACDFD9}" type="presOf" srcId="{DFB3CB19-ABEC-41DC-9DA4-1A0EC6233490}" destId="{EE73A210-5B38-441B-866E-BE35AA22CC64}" srcOrd="0" destOrd="0" presId="urn:microsoft.com/office/officeart/2005/8/layout/hierarchy1"/>
    <dgm:cxn modelId="{A668B46E-4835-4730-82D7-6D97F3EBC570}" type="presOf" srcId="{37754F96-E74F-46DC-A9C1-A383184416FA}" destId="{30EC7994-B97D-4AF9-8099-84CE7DBB970C}" srcOrd="0" destOrd="0" presId="urn:microsoft.com/office/officeart/2005/8/layout/hierarchy1"/>
    <dgm:cxn modelId="{059E4591-52BD-4FD9-9403-2D3CC4A1FCED}" type="presOf" srcId="{F05A9A0A-BE7B-4ABD-9470-BD2E22B60F0C}" destId="{473B390D-1B5F-401B-A27B-5DF8F359839C}" srcOrd="0" destOrd="0" presId="urn:microsoft.com/office/officeart/2005/8/layout/hierarchy1"/>
    <dgm:cxn modelId="{5880580A-EFAF-44F5-BBCC-82DA510C67BE}" srcId="{F05A9A0A-BE7B-4ABD-9470-BD2E22B60F0C}" destId="{A857C1C2-C6F9-4A38-AA7E-86DA8E8F0B40}" srcOrd="2" destOrd="0" parTransId="{B19D5D5D-3A7B-476F-84F8-6E99C69D28DA}" sibTransId="{BEF9AE69-758A-4B05-B5D4-1D4158FD7D5A}"/>
    <dgm:cxn modelId="{D4EEEA38-C4D2-4D95-8B99-D605A05D99D2}" srcId="{F05A9A0A-BE7B-4ABD-9470-BD2E22B60F0C}" destId="{7204E68C-E20C-430A-BC45-24482AAD5258}" srcOrd="0" destOrd="0" parTransId="{37754F96-E74F-46DC-A9C1-A383184416FA}" sibTransId="{BF318B9B-ED86-4999-9F45-604F2B8DBEF0}"/>
    <dgm:cxn modelId="{74251BE2-B9DE-4913-B376-2A2255976CFB}" type="presOf" srcId="{36839751-3A5B-4ED8-8D8D-BD0A2EEF8E9B}" destId="{0D7372A7-FB08-4A17-866A-61FC3A4DA7A7}" srcOrd="0" destOrd="0" presId="urn:microsoft.com/office/officeart/2005/8/layout/hierarchy1"/>
    <dgm:cxn modelId="{A7EEFBAC-B8E7-4BDB-8EBE-D0700678F030}" srcId="{F05A9A0A-BE7B-4ABD-9470-BD2E22B60F0C}" destId="{394C094C-1A48-4650-96EF-432B975865B5}" srcOrd="3" destOrd="0" parTransId="{9F2DEC95-5F41-41F1-9184-9155D21A9322}" sibTransId="{58EBEAE0-EAD4-4F96-8BA5-1B25FC4A5B6D}"/>
    <dgm:cxn modelId="{04215CB5-2AE4-4135-9903-50DD1EF7F7B0}" type="presOf" srcId="{B19D5D5D-3A7B-476F-84F8-6E99C69D28DA}" destId="{76A3DB14-4034-480F-9599-D4BABF903F2C}" srcOrd="0" destOrd="0" presId="urn:microsoft.com/office/officeart/2005/8/layout/hierarchy1"/>
    <dgm:cxn modelId="{FF715401-9C9E-4463-B1CB-C2A0595F46B1}" type="presOf" srcId="{B3AFAED8-5A91-431F-BF32-BDBC5188725A}" destId="{94204377-6CB6-4857-9611-011AB7DCE558}" srcOrd="0" destOrd="0" presId="urn:microsoft.com/office/officeart/2005/8/layout/hierarchy1"/>
    <dgm:cxn modelId="{05E2563A-E481-447A-9C09-6C62F4954789}" type="presParOf" srcId="{0D7372A7-FB08-4A17-866A-61FC3A4DA7A7}" destId="{A41174DB-CF12-452C-9B3D-95FFA9E06756}" srcOrd="0" destOrd="0" presId="urn:microsoft.com/office/officeart/2005/8/layout/hierarchy1"/>
    <dgm:cxn modelId="{73AB6E83-5B3D-4315-AE52-DC635D2F6170}" type="presParOf" srcId="{A41174DB-CF12-452C-9B3D-95FFA9E06756}" destId="{DC5E103D-69E2-45AD-BBB0-D1EB0225DD74}" srcOrd="0" destOrd="0" presId="urn:microsoft.com/office/officeart/2005/8/layout/hierarchy1"/>
    <dgm:cxn modelId="{04FFA026-D768-4BDC-A255-50047EAD0EA5}" type="presParOf" srcId="{DC5E103D-69E2-45AD-BBB0-D1EB0225DD74}" destId="{FAD1F0FA-BA81-4543-A6F7-2C2C2EABEBCD}" srcOrd="0" destOrd="0" presId="urn:microsoft.com/office/officeart/2005/8/layout/hierarchy1"/>
    <dgm:cxn modelId="{97125B8F-0D33-4F32-B176-B70410B0D2FA}" type="presParOf" srcId="{DC5E103D-69E2-45AD-BBB0-D1EB0225DD74}" destId="{473B390D-1B5F-401B-A27B-5DF8F359839C}" srcOrd="1" destOrd="0" presId="urn:microsoft.com/office/officeart/2005/8/layout/hierarchy1"/>
    <dgm:cxn modelId="{2E195E01-B4C4-4101-BC08-3118F1D1221E}" type="presParOf" srcId="{A41174DB-CF12-452C-9B3D-95FFA9E06756}" destId="{5CFD786E-022B-488A-982D-9A1C60A4A170}" srcOrd="1" destOrd="0" presId="urn:microsoft.com/office/officeart/2005/8/layout/hierarchy1"/>
    <dgm:cxn modelId="{0C9E3A3A-91CB-400F-9C62-089550B4C499}" type="presParOf" srcId="{5CFD786E-022B-488A-982D-9A1C60A4A170}" destId="{30EC7994-B97D-4AF9-8099-84CE7DBB970C}" srcOrd="0" destOrd="0" presId="urn:microsoft.com/office/officeart/2005/8/layout/hierarchy1"/>
    <dgm:cxn modelId="{F8AE2A26-DBAC-4920-8ED7-1FB4AC6DD0B9}" type="presParOf" srcId="{5CFD786E-022B-488A-982D-9A1C60A4A170}" destId="{FE805F4E-3238-4F03-9DF9-9CDF4923DBD4}" srcOrd="1" destOrd="0" presId="urn:microsoft.com/office/officeart/2005/8/layout/hierarchy1"/>
    <dgm:cxn modelId="{EDC4B10A-1735-4695-A7FB-FA92C6E8CFED}" type="presParOf" srcId="{FE805F4E-3238-4F03-9DF9-9CDF4923DBD4}" destId="{1C15D9AE-B104-4C73-88EC-74FED63319CE}" srcOrd="0" destOrd="0" presId="urn:microsoft.com/office/officeart/2005/8/layout/hierarchy1"/>
    <dgm:cxn modelId="{F207C012-8D04-45EC-8737-2EBA66EE6D2F}" type="presParOf" srcId="{1C15D9AE-B104-4C73-88EC-74FED63319CE}" destId="{FBC3E664-289B-4172-B384-5C7D1F255CB7}" srcOrd="0" destOrd="0" presId="urn:microsoft.com/office/officeart/2005/8/layout/hierarchy1"/>
    <dgm:cxn modelId="{BEA70081-CA2B-4ABD-BCE0-6EAF07AF8F62}" type="presParOf" srcId="{1C15D9AE-B104-4C73-88EC-74FED63319CE}" destId="{6AD9B4FE-4BE4-4D10-BCC2-E47585EE9EDF}" srcOrd="1" destOrd="0" presId="urn:microsoft.com/office/officeart/2005/8/layout/hierarchy1"/>
    <dgm:cxn modelId="{02F10752-85DD-41BF-932F-4D78F0C9F90A}" type="presParOf" srcId="{FE805F4E-3238-4F03-9DF9-9CDF4923DBD4}" destId="{6B0F01AD-85A6-4438-A3AE-2833EC11AF43}" srcOrd="1" destOrd="0" presId="urn:microsoft.com/office/officeart/2005/8/layout/hierarchy1"/>
    <dgm:cxn modelId="{854752C6-0012-4D85-BA0B-40D9A7302CEA}" type="presParOf" srcId="{5CFD786E-022B-488A-982D-9A1C60A4A170}" destId="{EE73A210-5B38-441B-866E-BE35AA22CC64}" srcOrd="2" destOrd="0" presId="urn:microsoft.com/office/officeart/2005/8/layout/hierarchy1"/>
    <dgm:cxn modelId="{308D6191-DAA2-4840-BE58-157E271FA78A}" type="presParOf" srcId="{5CFD786E-022B-488A-982D-9A1C60A4A170}" destId="{D0C5B24B-384D-411B-845A-DF1E8610EB88}" srcOrd="3" destOrd="0" presId="urn:microsoft.com/office/officeart/2005/8/layout/hierarchy1"/>
    <dgm:cxn modelId="{E166D51D-E795-48E6-9D8F-490A6F82580D}" type="presParOf" srcId="{D0C5B24B-384D-411B-845A-DF1E8610EB88}" destId="{40CB9695-9257-409C-988B-9E0931140E64}" srcOrd="0" destOrd="0" presId="urn:microsoft.com/office/officeart/2005/8/layout/hierarchy1"/>
    <dgm:cxn modelId="{D1358A75-A32C-42E5-8547-8A97D5E9EAC4}" type="presParOf" srcId="{40CB9695-9257-409C-988B-9E0931140E64}" destId="{F777BCC9-4806-44CF-8290-C2CA78944608}" srcOrd="0" destOrd="0" presId="urn:microsoft.com/office/officeart/2005/8/layout/hierarchy1"/>
    <dgm:cxn modelId="{B448241A-51FC-45BA-B46C-4A4773A4DCC1}" type="presParOf" srcId="{40CB9695-9257-409C-988B-9E0931140E64}" destId="{94204377-6CB6-4857-9611-011AB7DCE558}" srcOrd="1" destOrd="0" presId="urn:microsoft.com/office/officeart/2005/8/layout/hierarchy1"/>
    <dgm:cxn modelId="{A03C2CBF-0AE3-46DA-99FC-0F1CB9CC16C5}" type="presParOf" srcId="{D0C5B24B-384D-411B-845A-DF1E8610EB88}" destId="{A7A14E45-DE2C-4FD0-812D-39E83E93E9A9}" srcOrd="1" destOrd="0" presId="urn:microsoft.com/office/officeart/2005/8/layout/hierarchy1"/>
    <dgm:cxn modelId="{C1B7049A-CC18-4D65-8061-BCC386C3C61D}" type="presParOf" srcId="{5CFD786E-022B-488A-982D-9A1C60A4A170}" destId="{76A3DB14-4034-480F-9599-D4BABF903F2C}" srcOrd="4" destOrd="0" presId="urn:microsoft.com/office/officeart/2005/8/layout/hierarchy1"/>
    <dgm:cxn modelId="{78F5261F-46CE-49EE-9CE5-D5B2A983F1FF}" type="presParOf" srcId="{5CFD786E-022B-488A-982D-9A1C60A4A170}" destId="{E94992DE-A3F8-4420-B874-37D18F7B3A68}" srcOrd="5" destOrd="0" presId="urn:microsoft.com/office/officeart/2005/8/layout/hierarchy1"/>
    <dgm:cxn modelId="{7EA8B215-D62A-4285-B1A9-4EFD7ADFD96C}" type="presParOf" srcId="{E94992DE-A3F8-4420-B874-37D18F7B3A68}" destId="{D7B19464-203F-46C0-AE9F-88DCC95E0ED4}" srcOrd="0" destOrd="0" presId="urn:microsoft.com/office/officeart/2005/8/layout/hierarchy1"/>
    <dgm:cxn modelId="{574364B5-A6CB-4F18-95BF-581F66C6B496}" type="presParOf" srcId="{D7B19464-203F-46C0-AE9F-88DCC95E0ED4}" destId="{5FAB1661-6C64-4AE8-A7D2-6BC5A6D8F71A}" srcOrd="0" destOrd="0" presId="urn:microsoft.com/office/officeart/2005/8/layout/hierarchy1"/>
    <dgm:cxn modelId="{DB93910E-35CD-42B6-9C86-3D0F4E4DD826}" type="presParOf" srcId="{D7B19464-203F-46C0-AE9F-88DCC95E0ED4}" destId="{2F23AB0F-D6D6-45A7-BC1F-520D44AD8AA0}" srcOrd="1" destOrd="0" presId="urn:microsoft.com/office/officeart/2005/8/layout/hierarchy1"/>
    <dgm:cxn modelId="{4FE5724D-D62F-418C-983D-5AA302F4D506}" type="presParOf" srcId="{E94992DE-A3F8-4420-B874-37D18F7B3A68}" destId="{49945357-7F44-42F5-9619-42EEE9759A09}" srcOrd="1" destOrd="0" presId="urn:microsoft.com/office/officeart/2005/8/layout/hierarchy1"/>
    <dgm:cxn modelId="{DE59B522-4B04-4427-AE89-A1D45B335A52}" type="presParOf" srcId="{5CFD786E-022B-488A-982D-9A1C60A4A170}" destId="{80C2D761-11CD-4438-A6E4-ECA090FFE4F6}" srcOrd="6" destOrd="0" presId="urn:microsoft.com/office/officeart/2005/8/layout/hierarchy1"/>
    <dgm:cxn modelId="{2108BA00-53CA-4CF1-B06B-45EB69A411D7}" type="presParOf" srcId="{5CFD786E-022B-488A-982D-9A1C60A4A170}" destId="{2CC159E0-FD35-4E61-AB39-630132219A82}" srcOrd="7" destOrd="0" presId="urn:microsoft.com/office/officeart/2005/8/layout/hierarchy1"/>
    <dgm:cxn modelId="{AC6D6FDF-2656-4E8E-928E-6BD8AFC5A1EA}" type="presParOf" srcId="{2CC159E0-FD35-4E61-AB39-630132219A82}" destId="{BCFF8D07-3D98-4465-B2CE-00E8AA7319ED}" srcOrd="0" destOrd="0" presId="urn:microsoft.com/office/officeart/2005/8/layout/hierarchy1"/>
    <dgm:cxn modelId="{B4041456-AE9F-4D95-B9AA-E603817AE795}" type="presParOf" srcId="{BCFF8D07-3D98-4465-B2CE-00E8AA7319ED}" destId="{9A4C256B-159C-4210-BF0B-2C36DAE4A9C8}" srcOrd="0" destOrd="0" presId="urn:microsoft.com/office/officeart/2005/8/layout/hierarchy1"/>
    <dgm:cxn modelId="{6005B280-D021-46D4-A7DB-5D78CB2FBD47}" type="presParOf" srcId="{BCFF8D07-3D98-4465-B2CE-00E8AA7319ED}" destId="{B382E1A7-5D68-46BE-AB26-6E58E6A85C43}" srcOrd="1" destOrd="0" presId="urn:microsoft.com/office/officeart/2005/8/layout/hierarchy1"/>
    <dgm:cxn modelId="{5D89254B-F9BD-49CA-9848-955BEFEA750B}" type="presParOf" srcId="{2CC159E0-FD35-4E61-AB39-630132219A82}" destId="{40586302-7D76-4D12-8192-34BE1220CB8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63BF46-A7DC-4FE7-B986-325A31B5F093}">
      <dsp:nvSpPr>
        <dsp:cNvPr id="0" name=""/>
        <dsp:cNvSpPr/>
      </dsp:nvSpPr>
      <dsp:spPr>
        <a:xfrm rot="10800000">
          <a:off x="1573313" y="1502"/>
          <a:ext cx="5472684" cy="77942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3703" tIns="68580" rIns="128016" bIns="68580" numCol="1" spcCol="1270" anchor="ctr" anchorCtr="0">
          <a:noAutofit/>
        </a:bodyPr>
        <a:lstStyle/>
        <a:p>
          <a:pPr lvl="0" algn="just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Understand how strategy drives architecture which then drives infrastructure.</a:t>
          </a:r>
          <a:endParaRPr lang="en-GB" sz="18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10800000">
        <a:off x="1768168" y="1502"/>
        <a:ext cx="5277829" cy="779421"/>
      </dsp:txXfrm>
    </dsp:sp>
    <dsp:sp modelId="{B0121F2F-5B87-4F5B-845C-EBD6924403E1}">
      <dsp:nvSpPr>
        <dsp:cNvPr id="0" name=""/>
        <dsp:cNvSpPr/>
      </dsp:nvSpPr>
      <dsp:spPr>
        <a:xfrm>
          <a:off x="1183602" y="1502"/>
          <a:ext cx="779421" cy="77942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3F56CAE-B96F-4352-998F-C899050B6594}">
      <dsp:nvSpPr>
        <dsp:cNvPr id="0" name=""/>
        <dsp:cNvSpPr/>
      </dsp:nvSpPr>
      <dsp:spPr>
        <a:xfrm rot="10800000">
          <a:off x="1573313" y="1013586"/>
          <a:ext cx="5472684" cy="77942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3703" tIns="68580" rIns="128016" bIns="68580" numCol="1" spcCol="1270" anchor="ctr" anchorCtr="0">
          <a:noAutofit/>
        </a:bodyPr>
        <a:lstStyle/>
        <a:p>
          <a:pPr lvl="0" algn="just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Identify and define the three configurations for IT architecture.</a:t>
          </a:r>
          <a:endParaRPr lang="en-GB" sz="18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10800000">
        <a:off x="1768168" y="1013586"/>
        <a:ext cx="5277829" cy="779421"/>
      </dsp:txXfrm>
    </dsp:sp>
    <dsp:sp modelId="{DE0984B5-6901-453A-AB51-E442FC7D97F9}">
      <dsp:nvSpPr>
        <dsp:cNvPr id="0" name=""/>
        <dsp:cNvSpPr/>
      </dsp:nvSpPr>
      <dsp:spPr>
        <a:xfrm>
          <a:off x="1183602" y="1013586"/>
          <a:ext cx="779421" cy="77942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49A504C-E42B-476D-90C9-680796DC7353}">
      <dsp:nvSpPr>
        <dsp:cNvPr id="0" name=""/>
        <dsp:cNvSpPr/>
      </dsp:nvSpPr>
      <dsp:spPr>
        <a:xfrm rot="10800000">
          <a:off x="1573313" y="2025670"/>
          <a:ext cx="5472684" cy="77942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3703" tIns="68580" rIns="128016" bIns="68580" numCol="1" spcCol="1270" anchor="ctr" anchorCtr="0">
          <a:noAutofit/>
        </a:bodyPr>
        <a:lstStyle/>
        <a:p>
          <a:pPr lvl="0" algn="just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Define how business goals can be translated into IT architecture and then into infrastructure.</a:t>
          </a:r>
          <a:endParaRPr lang="en-GB" sz="18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10800000">
        <a:off x="1768168" y="2025670"/>
        <a:ext cx="5277829" cy="779421"/>
      </dsp:txXfrm>
    </dsp:sp>
    <dsp:sp modelId="{19E91C95-6F20-4268-935C-8913E95EF45F}">
      <dsp:nvSpPr>
        <dsp:cNvPr id="0" name=""/>
        <dsp:cNvSpPr/>
      </dsp:nvSpPr>
      <dsp:spPr>
        <a:xfrm>
          <a:off x="1183602" y="2025670"/>
          <a:ext cx="779421" cy="77942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2B14F0B-5E3D-4704-A944-A1FF6EC9AC2B}">
      <dsp:nvSpPr>
        <dsp:cNvPr id="0" name=""/>
        <dsp:cNvSpPr/>
      </dsp:nvSpPr>
      <dsp:spPr>
        <a:xfrm rot="10800000">
          <a:off x="1573313" y="3037755"/>
          <a:ext cx="5472684" cy="77942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3703" tIns="68580" rIns="128016" bIns="68580" numCol="1" spcCol="1270" anchor="ctr" anchorCtr="0">
          <a:noAutofit/>
        </a:bodyPr>
        <a:lstStyle/>
        <a:p>
          <a:pPr lvl="0" algn="just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Know the different types of frameworks used to design and build the IT architecture and infrastructure.</a:t>
          </a:r>
          <a:endParaRPr lang="en-GB" sz="18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10800000">
        <a:off x="1768168" y="3037755"/>
        <a:ext cx="5277829" cy="779421"/>
      </dsp:txXfrm>
    </dsp:sp>
    <dsp:sp modelId="{AA598606-68AE-492A-9FCC-EADE5475AE96}">
      <dsp:nvSpPr>
        <dsp:cNvPr id="0" name=""/>
        <dsp:cNvSpPr/>
      </dsp:nvSpPr>
      <dsp:spPr>
        <a:xfrm>
          <a:off x="1183602" y="3037755"/>
          <a:ext cx="779421" cy="77942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F81077E-5283-4E57-BD4B-69AEA30BD16D}">
      <dsp:nvSpPr>
        <dsp:cNvPr id="0" name=""/>
        <dsp:cNvSpPr/>
      </dsp:nvSpPr>
      <dsp:spPr>
        <a:xfrm rot="10800000">
          <a:off x="1573313" y="4049839"/>
          <a:ext cx="5472684" cy="77942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3703" tIns="68580" rIns="128016" bIns="68580" numCol="1" spcCol="1270" anchor="ctr" anchorCtr="0">
          <a:noAutofit/>
        </a:bodyPr>
        <a:lstStyle/>
        <a:p>
          <a:pPr lvl="0" algn="just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Understand the importance of knowing the details of the existing architecture and infrastructure of the organization.</a:t>
          </a:r>
          <a:endParaRPr lang="en-GB" sz="18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10800000">
        <a:off x="1768168" y="4049839"/>
        <a:ext cx="5277829" cy="779421"/>
      </dsp:txXfrm>
    </dsp:sp>
    <dsp:sp modelId="{59554E9A-FC45-44EB-B9A4-11C248FC0DED}">
      <dsp:nvSpPr>
        <dsp:cNvPr id="0" name=""/>
        <dsp:cNvSpPr/>
      </dsp:nvSpPr>
      <dsp:spPr>
        <a:xfrm>
          <a:off x="1183602" y="4049839"/>
          <a:ext cx="779421" cy="77942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3C6DD8-0C81-42B2-8A5E-614C9A9062F8}">
      <dsp:nvSpPr>
        <dsp:cNvPr id="0" name=""/>
        <dsp:cNvSpPr/>
      </dsp:nvSpPr>
      <dsp:spPr>
        <a:xfrm>
          <a:off x="4953068" y="0"/>
          <a:ext cx="1125140" cy="4800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953068" y="0"/>
        <a:ext cx="1125140" cy="1440180"/>
      </dsp:txXfrm>
    </dsp:sp>
    <dsp:sp modelId="{2B1A9755-8F7F-4D5F-8BB0-0F6D9A2D5E53}">
      <dsp:nvSpPr>
        <dsp:cNvPr id="0" name=""/>
        <dsp:cNvSpPr/>
      </dsp:nvSpPr>
      <dsp:spPr>
        <a:xfrm>
          <a:off x="3640404" y="0"/>
          <a:ext cx="1125140" cy="4800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640404" y="0"/>
        <a:ext cx="1125140" cy="1440180"/>
      </dsp:txXfrm>
    </dsp:sp>
    <dsp:sp modelId="{E2CD8C0B-C3F3-48D8-8883-113AF72F2506}">
      <dsp:nvSpPr>
        <dsp:cNvPr id="0" name=""/>
        <dsp:cNvSpPr/>
      </dsp:nvSpPr>
      <dsp:spPr>
        <a:xfrm>
          <a:off x="2327740" y="0"/>
          <a:ext cx="1125140" cy="4800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327740" y="0"/>
        <a:ext cx="1125140" cy="1440180"/>
      </dsp:txXfrm>
    </dsp:sp>
    <dsp:sp modelId="{D669B661-19CC-4E89-B64D-F1A584B5B09A}">
      <dsp:nvSpPr>
        <dsp:cNvPr id="0" name=""/>
        <dsp:cNvSpPr/>
      </dsp:nvSpPr>
      <dsp:spPr>
        <a:xfrm>
          <a:off x="2418961" y="1992661"/>
          <a:ext cx="937617" cy="468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Strategy</a:t>
          </a:r>
        </a:p>
      </dsp:txBody>
      <dsp:txXfrm>
        <a:off x="2432692" y="2006392"/>
        <a:ext cx="910155" cy="441346"/>
      </dsp:txXfrm>
    </dsp:sp>
    <dsp:sp modelId="{BB32687D-3E83-4488-AEF9-44C52164D685}">
      <dsp:nvSpPr>
        <dsp:cNvPr id="0" name=""/>
        <dsp:cNvSpPr/>
      </dsp:nvSpPr>
      <dsp:spPr>
        <a:xfrm rot="17350740">
          <a:off x="2973290" y="1679146"/>
          <a:ext cx="1141623" cy="17578"/>
        </a:xfrm>
        <a:custGeom>
          <a:avLst/>
          <a:gdLst/>
          <a:ahLst/>
          <a:cxnLst/>
          <a:rect l="0" t="0" r="0" b="0"/>
          <a:pathLst>
            <a:path>
              <a:moveTo>
                <a:pt x="0" y="8789"/>
              </a:moveTo>
              <a:lnTo>
                <a:pt x="1141623" y="878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515561" y="1659395"/>
        <a:ext cx="57081" cy="57081"/>
      </dsp:txXfrm>
    </dsp:sp>
    <dsp:sp modelId="{FA2E5AE1-6E5D-4398-B4E6-1D2F1B0D1995}">
      <dsp:nvSpPr>
        <dsp:cNvPr id="0" name=""/>
        <dsp:cNvSpPr/>
      </dsp:nvSpPr>
      <dsp:spPr>
        <a:xfrm>
          <a:off x="3731625" y="914401"/>
          <a:ext cx="937617" cy="468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Goal</a:t>
          </a:r>
        </a:p>
      </dsp:txBody>
      <dsp:txXfrm>
        <a:off x="3745356" y="928132"/>
        <a:ext cx="910155" cy="441346"/>
      </dsp:txXfrm>
    </dsp:sp>
    <dsp:sp modelId="{4A6D69BD-BAF3-4A9F-9F10-F8AB20AC1D53}">
      <dsp:nvSpPr>
        <dsp:cNvPr id="0" name=""/>
        <dsp:cNvSpPr/>
      </dsp:nvSpPr>
      <dsp:spPr>
        <a:xfrm rot="19457599">
          <a:off x="4625830" y="1005234"/>
          <a:ext cx="461871" cy="17578"/>
        </a:xfrm>
        <a:custGeom>
          <a:avLst/>
          <a:gdLst/>
          <a:ahLst/>
          <a:cxnLst/>
          <a:rect l="0" t="0" r="0" b="0"/>
          <a:pathLst>
            <a:path>
              <a:moveTo>
                <a:pt x="0" y="8789"/>
              </a:moveTo>
              <a:lnTo>
                <a:pt x="461871" y="878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845219" y="1002476"/>
        <a:ext cx="23093" cy="23093"/>
      </dsp:txXfrm>
    </dsp:sp>
    <dsp:sp modelId="{4142249B-2FC1-46D6-A303-D2D0B57CC897}">
      <dsp:nvSpPr>
        <dsp:cNvPr id="0" name=""/>
        <dsp:cNvSpPr/>
      </dsp:nvSpPr>
      <dsp:spPr>
        <a:xfrm>
          <a:off x="5044289" y="644836"/>
          <a:ext cx="937617" cy="468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</a:p>
      </dsp:txBody>
      <dsp:txXfrm>
        <a:off x="5058020" y="658567"/>
        <a:ext cx="910155" cy="441346"/>
      </dsp:txXfrm>
    </dsp:sp>
    <dsp:sp modelId="{B11182E3-1962-4A5A-883B-452C17F85DC6}">
      <dsp:nvSpPr>
        <dsp:cNvPr id="0" name=""/>
        <dsp:cNvSpPr/>
      </dsp:nvSpPr>
      <dsp:spPr>
        <a:xfrm rot="2142401">
          <a:off x="4625830" y="1274799"/>
          <a:ext cx="461871" cy="17578"/>
        </a:xfrm>
        <a:custGeom>
          <a:avLst/>
          <a:gdLst/>
          <a:ahLst/>
          <a:cxnLst/>
          <a:rect l="0" t="0" r="0" b="0"/>
          <a:pathLst>
            <a:path>
              <a:moveTo>
                <a:pt x="0" y="8789"/>
              </a:moveTo>
              <a:lnTo>
                <a:pt x="461871" y="878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845219" y="1272041"/>
        <a:ext cx="23093" cy="23093"/>
      </dsp:txXfrm>
    </dsp:sp>
    <dsp:sp modelId="{25803810-ACAF-41A3-AEB7-064268B7C8FD}">
      <dsp:nvSpPr>
        <dsp:cNvPr id="0" name=""/>
        <dsp:cNvSpPr/>
      </dsp:nvSpPr>
      <dsp:spPr>
        <a:xfrm>
          <a:off x="5044289" y="1183966"/>
          <a:ext cx="937617" cy="468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</a:p>
      </dsp:txBody>
      <dsp:txXfrm>
        <a:off x="5058020" y="1197697"/>
        <a:ext cx="910155" cy="441346"/>
      </dsp:txXfrm>
    </dsp:sp>
    <dsp:sp modelId="{B75DBDD8-A52B-4CA7-84DA-205A4AE30A70}">
      <dsp:nvSpPr>
        <dsp:cNvPr id="0" name=""/>
        <dsp:cNvSpPr/>
      </dsp:nvSpPr>
      <dsp:spPr>
        <a:xfrm>
          <a:off x="3356578" y="2218276"/>
          <a:ext cx="375046" cy="17578"/>
        </a:xfrm>
        <a:custGeom>
          <a:avLst/>
          <a:gdLst/>
          <a:ahLst/>
          <a:cxnLst/>
          <a:rect l="0" t="0" r="0" b="0"/>
          <a:pathLst>
            <a:path>
              <a:moveTo>
                <a:pt x="0" y="8789"/>
              </a:moveTo>
              <a:lnTo>
                <a:pt x="375046" y="878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534725" y="2217689"/>
        <a:ext cx="18752" cy="18752"/>
      </dsp:txXfrm>
    </dsp:sp>
    <dsp:sp modelId="{19165111-1861-4802-B51D-BFFE41949D8F}">
      <dsp:nvSpPr>
        <dsp:cNvPr id="0" name=""/>
        <dsp:cNvSpPr/>
      </dsp:nvSpPr>
      <dsp:spPr>
        <a:xfrm>
          <a:off x="3731625" y="1992661"/>
          <a:ext cx="937617" cy="468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Goal</a:t>
          </a:r>
        </a:p>
      </dsp:txBody>
      <dsp:txXfrm>
        <a:off x="3745356" y="2006392"/>
        <a:ext cx="910155" cy="441346"/>
      </dsp:txXfrm>
    </dsp:sp>
    <dsp:sp modelId="{49807931-CA7C-426E-A3CA-D758327D2E1D}">
      <dsp:nvSpPr>
        <dsp:cNvPr id="0" name=""/>
        <dsp:cNvSpPr/>
      </dsp:nvSpPr>
      <dsp:spPr>
        <a:xfrm rot="19457599">
          <a:off x="4625830" y="2083494"/>
          <a:ext cx="461871" cy="17578"/>
        </a:xfrm>
        <a:custGeom>
          <a:avLst/>
          <a:gdLst/>
          <a:ahLst/>
          <a:cxnLst/>
          <a:rect l="0" t="0" r="0" b="0"/>
          <a:pathLst>
            <a:path>
              <a:moveTo>
                <a:pt x="0" y="8789"/>
              </a:moveTo>
              <a:lnTo>
                <a:pt x="461871" y="878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845219" y="2080736"/>
        <a:ext cx="23093" cy="23093"/>
      </dsp:txXfrm>
    </dsp:sp>
    <dsp:sp modelId="{AA701330-B7A4-4549-A6C3-4BECFAB8E13B}">
      <dsp:nvSpPr>
        <dsp:cNvPr id="0" name=""/>
        <dsp:cNvSpPr/>
      </dsp:nvSpPr>
      <dsp:spPr>
        <a:xfrm>
          <a:off x="5044289" y="1723096"/>
          <a:ext cx="937617" cy="468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</a:p>
      </dsp:txBody>
      <dsp:txXfrm>
        <a:off x="5058020" y="1736827"/>
        <a:ext cx="910155" cy="441346"/>
      </dsp:txXfrm>
    </dsp:sp>
    <dsp:sp modelId="{BBE7AB9A-EB7D-41F8-8B3F-1528B1DA8278}">
      <dsp:nvSpPr>
        <dsp:cNvPr id="0" name=""/>
        <dsp:cNvSpPr/>
      </dsp:nvSpPr>
      <dsp:spPr>
        <a:xfrm rot="2142401">
          <a:off x="4625830" y="2353059"/>
          <a:ext cx="461871" cy="17578"/>
        </a:xfrm>
        <a:custGeom>
          <a:avLst/>
          <a:gdLst/>
          <a:ahLst/>
          <a:cxnLst/>
          <a:rect l="0" t="0" r="0" b="0"/>
          <a:pathLst>
            <a:path>
              <a:moveTo>
                <a:pt x="0" y="8789"/>
              </a:moveTo>
              <a:lnTo>
                <a:pt x="461871" y="878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845219" y="2350301"/>
        <a:ext cx="23093" cy="23093"/>
      </dsp:txXfrm>
    </dsp:sp>
    <dsp:sp modelId="{BEC99C26-5C3D-4233-B681-DBE0549BC95D}">
      <dsp:nvSpPr>
        <dsp:cNvPr id="0" name=""/>
        <dsp:cNvSpPr/>
      </dsp:nvSpPr>
      <dsp:spPr>
        <a:xfrm>
          <a:off x="5044289" y="2262226"/>
          <a:ext cx="937617" cy="468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  <a:endParaRPr lang="en-US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058020" y="2275957"/>
        <a:ext cx="910155" cy="441346"/>
      </dsp:txXfrm>
    </dsp:sp>
    <dsp:sp modelId="{19F12853-34CA-460B-8B9A-F0EAC3DC7D41}">
      <dsp:nvSpPr>
        <dsp:cNvPr id="0" name=""/>
        <dsp:cNvSpPr/>
      </dsp:nvSpPr>
      <dsp:spPr>
        <a:xfrm rot="4249260">
          <a:off x="2973290" y="2757406"/>
          <a:ext cx="1141623" cy="17578"/>
        </a:xfrm>
        <a:custGeom>
          <a:avLst/>
          <a:gdLst/>
          <a:ahLst/>
          <a:cxnLst/>
          <a:rect l="0" t="0" r="0" b="0"/>
          <a:pathLst>
            <a:path>
              <a:moveTo>
                <a:pt x="0" y="8789"/>
              </a:moveTo>
              <a:lnTo>
                <a:pt x="1141623" y="878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515561" y="2737655"/>
        <a:ext cx="57081" cy="57081"/>
      </dsp:txXfrm>
    </dsp:sp>
    <dsp:sp modelId="{87C6B6CD-401B-48E8-89CB-05EDDCFC23D3}">
      <dsp:nvSpPr>
        <dsp:cNvPr id="0" name=""/>
        <dsp:cNvSpPr/>
      </dsp:nvSpPr>
      <dsp:spPr>
        <a:xfrm>
          <a:off x="3731625" y="3070921"/>
          <a:ext cx="937617" cy="468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Goal</a:t>
          </a:r>
        </a:p>
      </dsp:txBody>
      <dsp:txXfrm>
        <a:off x="3745356" y="3084652"/>
        <a:ext cx="910155" cy="441346"/>
      </dsp:txXfrm>
    </dsp:sp>
    <dsp:sp modelId="{BCE33596-913D-45E9-BC0D-27A4AF709A34}">
      <dsp:nvSpPr>
        <dsp:cNvPr id="0" name=""/>
        <dsp:cNvSpPr/>
      </dsp:nvSpPr>
      <dsp:spPr>
        <a:xfrm rot="19457599">
          <a:off x="4625830" y="3161754"/>
          <a:ext cx="461871" cy="17578"/>
        </a:xfrm>
        <a:custGeom>
          <a:avLst/>
          <a:gdLst/>
          <a:ahLst/>
          <a:cxnLst/>
          <a:rect l="0" t="0" r="0" b="0"/>
          <a:pathLst>
            <a:path>
              <a:moveTo>
                <a:pt x="0" y="8789"/>
              </a:moveTo>
              <a:lnTo>
                <a:pt x="461871" y="878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845219" y="3158996"/>
        <a:ext cx="23093" cy="23093"/>
      </dsp:txXfrm>
    </dsp:sp>
    <dsp:sp modelId="{943B85A5-36B8-4D8C-B380-96999ADD7AED}">
      <dsp:nvSpPr>
        <dsp:cNvPr id="0" name=""/>
        <dsp:cNvSpPr/>
      </dsp:nvSpPr>
      <dsp:spPr>
        <a:xfrm>
          <a:off x="5044289" y="2801356"/>
          <a:ext cx="937617" cy="468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</a:p>
      </dsp:txBody>
      <dsp:txXfrm>
        <a:off x="5058020" y="2815087"/>
        <a:ext cx="910155" cy="441346"/>
      </dsp:txXfrm>
    </dsp:sp>
    <dsp:sp modelId="{8413A30C-E4B7-478B-8653-9BDB27CFB372}">
      <dsp:nvSpPr>
        <dsp:cNvPr id="0" name=""/>
        <dsp:cNvSpPr/>
      </dsp:nvSpPr>
      <dsp:spPr>
        <a:xfrm rot="2142401">
          <a:off x="4625830" y="3431319"/>
          <a:ext cx="461871" cy="17578"/>
        </a:xfrm>
        <a:custGeom>
          <a:avLst/>
          <a:gdLst/>
          <a:ahLst/>
          <a:cxnLst/>
          <a:rect l="0" t="0" r="0" b="0"/>
          <a:pathLst>
            <a:path>
              <a:moveTo>
                <a:pt x="0" y="8789"/>
              </a:moveTo>
              <a:lnTo>
                <a:pt x="461871" y="878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845219" y="3428561"/>
        <a:ext cx="23093" cy="23093"/>
      </dsp:txXfrm>
    </dsp:sp>
    <dsp:sp modelId="{AAB45742-E02A-418C-AE2E-AE43454EDBAA}">
      <dsp:nvSpPr>
        <dsp:cNvPr id="0" name=""/>
        <dsp:cNvSpPr/>
      </dsp:nvSpPr>
      <dsp:spPr>
        <a:xfrm>
          <a:off x="5044289" y="3340486"/>
          <a:ext cx="937617" cy="4688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Requirement</a:t>
          </a:r>
          <a:endParaRPr lang="en-US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058020" y="3354217"/>
        <a:ext cx="910155" cy="4413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93509-487A-44D2-A2E3-F3D3C3437AA4}">
      <dsp:nvSpPr>
        <dsp:cNvPr id="0" name=""/>
        <dsp:cNvSpPr/>
      </dsp:nvSpPr>
      <dsp:spPr>
        <a:xfrm>
          <a:off x="428343" y="344419"/>
          <a:ext cx="3207686" cy="100240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96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Ease of Use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IT architecture will promote ease of use in building and supporting the architecture and solution based on the architecture</a:t>
          </a:r>
          <a:endParaRPr lang="en-US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28343" y="344419"/>
        <a:ext cx="3207686" cy="1002402"/>
      </dsp:txXfrm>
    </dsp:sp>
    <dsp:sp modelId="{D870DCC7-BF06-4CB5-BCAA-97C4F39A82EE}">
      <dsp:nvSpPr>
        <dsp:cNvPr id="0" name=""/>
        <dsp:cNvSpPr/>
      </dsp:nvSpPr>
      <dsp:spPr>
        <a:xfrm>
          <a:off x="294689" y="199628"/>
          <a:ext cx="701681" cy="1052522"/>
        </a:xfrm>
        <a:prstGeom prst="rect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F107E4-2164-43D2-9B6D-F00BEF7E0F0C}">
      <dsp:nvSpPr>
        <dsp:cNvPr id="0" name=""/>
        <dsp:cNvSpPr/>
      </dsp:nvSpPr>
      <dsp:spPr>
        <a:xfrm>
          <a:off x="4017474" y="344419"/>
          <a:ext cx="3207686" cy="100240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96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Single point view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IT architecture will enable a consistent, integrated view of the business regardless of access point</a:t>
          </a:r>
          <a:endParaRPr lang="en-US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017474" y="344419"/>
        <a:ext cx="3207686" cy="1002402"/>
      </dsp:txXfrm>
    </dsp:sp>
    <dsp:sp modelId="{7DBE9AE6-EC36-498E-BEE0-6CF660D541A7}">
      <dsp:nvSpPr>
        <dsp:cNvPr id="0" name=""/>
        <dsp:cNvSpPr/>
      </dsp:nvSpPr>
      <dsp:spPr>
        <a:xfrm>
          <a:off x="3883821" y="199628"/>
          <a:ext cx="701681" cy="1052522"/>
        </a:xfrm>
        <a:prstGeom prst="rect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04EEB-12D8-404E-81E3-3C6232ADAE5C}">
      <dsp:nvSpPr>
        <dsp:cNvPr id="0" name=""/>
        <dsp:cNvSpPr/>
      </dsp:nvSpPr>
      <dsp:spPr>
        <a:xfrm>
          <a:off x="526113" y="1531543"/>
          <a:ext cx="3207686" cy="120789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96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Buy over Build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application, system components and enabling frameworks will be purchased unless there is a competitive reason to develop them internally</a:t>
          </a:r>
          <a:endParaRPr lang="en-US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26113" y="1531543"/>
        <a:ext cx="3207686" cy="1207894"/>
      </dsp:txXfrm>
    </dsp:sp>
    <dsp:sp modelId="{1A486E30-BD06-4081-A421-B711793DB069}">
      <dsp:nvSpPr>
        <dsp:cNvPr id="0" name=""/>
        <dsp:cNvSpPr/>
      </dsp:nvSpPr>
      <dsp:spPr>
        <a:xfrm>
          <a:off x="294689" y="1461540"/>
          <a:ext cx="701681" cy="1052522"/>
        </a:xfrm>
        <a:prstGeom prst="rect">
          <a:avLst/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60A0A-B4F7-4AB4-BEE0-2E3529BCAE16}">
      <dsp:nvSpPr>
        <dsp:cNvPr id="0" name=""/>
        <dsp:cNvSpPr/>
      </dsp:nvSpPr>
      <dsp:spPr>
        <a:xfrm>
          <a:off x="4017474" y="1529666"/>
          <a:ext cx="3207686" cy="117312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96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Speed and Quality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Architecture decisions will be made with an emphasis on accelerating time to market for solutions, while still maintaining required quality level</a:t>
          </a:r>
          <a:endParaRPr lang="en-US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017474" y="1529666"/>
        <a:ext cx="3207686" cy="1173121"/>
      </dsp:txXfrm>
    </dsp:sp>
    <dsp:sp modelId="{2B7C5D5E-911C-4130-8D5A-DCD01121E8FD}">
      <dsp:nvSpPr>
        <dsp:cNvPr id="0" name=""/>
        <dsp:cNvSpPr/>
      </dsp:nvSpPr>
      <dsp:spPr>
        <a:xfrm>
          <a:off x="3883821" y="1470234"/>
          <a:ext cx="701681" cy="1052522"/>
        </a:xfrm>
        <a:prstGeom prst="rect">
          <a:avLst/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8EDFA-31A3-412C-A3E4-DDAB84EE839B}">
      <dsp:nvSpPr>
        <dsp:cNvPr id="0" name=""/>
        <dsp:cNvSpPr/>
      </dsp:nvSpPr>
      <dsp:spPr>
        <a:xfrm>
          <a:off x="428343" y="2829256"/>
          <a:ext cx="3207686" cy="128587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96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Flexibility and Agility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IT architecture will incorporate flexibility to support changing business needs and enable evolution of the architecture and the solutions built on it</a:t>
          </a:r>
          <a:endParaRPr lang="en-US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28343" y="2829256"/>
        <a:ext cx="3207686" cy="1285871"/>
      </dsp:txXfrm>
    </dsp:sp>
    <dsp:sp modelId="{8822820A-924E-4202-AE8C-D9E522FCBD46}">
      <dsp:nvSpPr>
        <dsp:cNvPr id="0" name=""/>
        <dsp:cNvSpPr/>
      </dsp:nvSpPr>
      <dsp:spPr>
        <a:xfrm>
          <a:off x="294689" y="2826199"/>
          <a:ext cx="701681" cy="1052522"/>
        </a:xfrm>
        <a:prstGeom prst="rect">
          <a:avLst/>
        </a:prstGeom>
        <a:solidFill>
          <a:schemeClr val="accent6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2A74CA-39D2-4B7A-A8EF-6AA10F9DB75B}">
      <dsp:nvSpPr>
        <dsp:cNvPr id="0" name=""/>
        <dsp:cNvSpPr/>
      </dsp:nvSpPr>
      <dsp:spPr>
        <a:xfrm>
          <a:off x="4017474" y="2942951"/>
          <a:ext cx="3207686" cy="1134278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96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Innovative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IT architecture will support incorporation of the new technologies and facilitate innovation</a:t>
          </a:r>
          <a:endParaRPr lang="en-US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017474" y="2942951"/>
        <a:ext cx="3207686" cy="1134278"/>
      </dsp:txXfrm>
    </dsp:sp>
    <dsp:sp modelId="{075294B1-08AB-46C0-9229-87CF05A23C87}">
      <dsp:nvSpPr>
        <dsp:cNvPr id="0" name=""/>
        <dsp:cNvSpPr/>
      </dsp:nvSpPr>
      <dsp:spPr>
        <a:xfrm>
          <a:off x="3886199" y="2863329"/>
          <a:ext cx="701681" cy="1052522"/>
        </a:xfrm>
        <a:prstGeom prst="rect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1C44B-2D4A-4DF2-8EB8-A1888BD10100}">
      <dsp:nvSpPr>
        <dsp:cNvPr id="0" name=""/>
        <dsp:cNvSpPr/>
      </dsp:nvSpPr>
      <dsp:spPr>
        <a:xfrm>
          <a:off x="2129950" y="4427134"/>
          <a:ext cx="3207686" cy="100240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896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 Security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Data is protected from unauthorized use and disclosure</a:t>
          </a:r>
          <a:endParaRPr lang="en-US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129950" y="4427134"/>
        <a:ext cx="3207686" cy="1002402"/>
      </dsp:txXfrm>
    </dsp:sp>
    <dsp:sp modelId="{3D43FCB7-A382-4C8B-B8D8-279ABF890B72}">
      <dsp:nvSpPr>
        <dsp:cNvPr id="0" name=""/>
        <dsp:cNvSpPr/>
      </dsp:nvSpPr>
      <dsp:spPr>
        <a:xfrm>
          <a:off x="1828798" y="4274737"/>
          <a:ext cx="701681" cy="1052522"/>
        </a:xfrm>
        <a:prstGeom prst="rect">
          <a:avLst/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2D761-11CD-4438-A6E4-ECA090FFE4F6}">
      <dsp:nvSpPr>
        <dsp:cNvPr id="0" name=""/>
        <dsp:cNvSpPr/>
      </dsp:nvSpPr>
      <dsp:spPr>
        <a:xfrm>
          <a:off x="3563285" y="2274888"/>
          <a:ext cx="2798045" cy="443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2485"/>
              </a:lnTo>
              <a:lnTo>
                <a:pt x="2798045" y="302485"/>
              </a:lnTo>
              <a:lnTo>
                <a:pt x="2798045" y="4438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A3DB14-4034-480F-9599-D4BABF903F2C}">
      <dsp:nvSpPr>
        <dsp:cNvPr id="0" name=""/>
        <dsp:cNvSpPr/>
      </dsp:nvSpPr>
      <dsp:spPr>
        <a:xfrm>
          <a:off x="3563285" y="2274888"/>
          <a:ext cx="932681" cy="443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2485"/>
              </a:lnTo>
              <a:lnTo>
                <a:pt x="932681" y="302485"/>
              </a:lnTo>
              <a:lnTo>
                <a:pt x="932681" y="4438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73A210-5B38-441B-866E-BE35AA22CC64}">
      <dsp:nvSpPr>
        <dsp:cNvPr id="0" name=""/>
        <dsp:cNvSpPr/>
      </dsp:nvSpPr>
      <dsp:spPr>
        <a:xfrm>
          <a:off x="2630604" y="2274888"/>
          <a:ext cx="932681" cy="443871"/>
        </a:xfrm>
        <a:custGeom>
          <a:avLst/>
          <a:gdLst/>
          <a:ahLst/>
          <a:cxnLst/>
          <a:rect l="0" t="0" r="0" b="0"/>
          <a:pathLst>
            <a:path>
              <a:moveTo>
                <a:pt x="932681" y="0"/>
              </a:moveTo>
              <a:lnTo>
                <a:pt x="932681" y="302485"/>
              </a:lnTo>
              <a:lnTo>
                <a:pt x="0" y="302485"/>
              </a:lnTo>
              <a:lnTo>
                <a:pt x="0" y="4438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EC7994-B97D-4AF9-8099-84CE7DBB970C}">
      <dsp:nvSpPr>
        <dsp:cNvPr id="0" name=""/>
        <dsp:cNvSpPr/>
      </dsp:nvSpPr>
      <dsp:spPr>
        <a:xfrm>
          <a:off x="765240" y="2274888"/>
          <a:ext cx="2798045" cy="443871"/>
        </a:xfrm>
        <a:custGeom>
          <a:avLst/>
          <a:gdLst/>
          <a:ahLst/>
          <a:cxnLst/>
          <a:rect l="0" t="0" r="0" b="0"/>
          <a:pathLst>
            <a:path>
              <a:moveTo>
                <a:pt x="2798045" y="0"/>
              </a:moveTo>
              <a:lnTo>
                <a:pt x="2798045" y="302485"/>
              </a:lnTo>
              <a:lnTo>
                <a:pt x="0" y="302485"/>
              </a:lnTo>
              <a:lnTo>
                <a:pt x="0" y="4438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D1F0FA-BA81-4543-A6F7-2C2C2EABEBCD}">
      <dsp:nvSpPr>
        <dsp:cNvPr id="0" name=""/>
        <dsp:cNvSpPr/>
      </dsp:nvSpPr>
      <dsp:spPr>
        <a:xfrm>
          <a:off x="2800182" y="1305747"/>
          <a:ext cx="1526206" cy="9691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73B390D-1B5F-401B-A27B-5DF8F359839C}">
      <dsp:nvSpPr>
        <dsp:cNvPr id="0" name=""/>
        <dsp:cNvSpPr/>
      </dsp:nvSpPr>
      <dsp:spPr>
        <a:xfrm>
          <a:off x="2969761" y="1466847"/>
          <a:ext cx="1526206" cy="9691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Four (4) key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elements</a:t>
          </a:r>
          <a:endParaRPr lang="en-US" sz="1600" kern="1200" dirty="0">
            <a:effectLst/>
          </a:endParaRPr>
        </a:p>
      </dsp:txBody>
      <dsp:txXfrm>
        <a:off x="2998146" y="1495232"/>
        <a:ext cx="1469436" cy="912371"/>
      </dsp:txXfrm>
    </dsp:sp>
    <dsp:sp modelId="{FBC3E664-289B-4172-B384-5C7D1F255CB7}">
      <dsp:nvSpPr>
        <dsp:cNvPr id="0" name=""/>
        <dsp:cNvSpPr/>
      </dsp:nvSpPr>
      <dsp:spPr>
        <a:xfrm>
          <a:off x="2137" y="2718760"/>
          <a:ext cx="1526206" cy="9691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AD9B4FE-4BE4-4D10-BCC2-E47585EE9EDF}">
      <dsp:nvSpPr>
        <dsp:cNvPr id="0" name=""/>
        <dsp:cNvSpPr/>
      </dsp:nvSpPr>
      <dsp:spPr>
        <a:xfrm>
          <a:off x="171716" y="2879860"/>
          <a:ext cx="1526206" cy="9691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Core business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processes</a:t>
          </a:r>
          <a:endParaRPr lang="en-US" sz="1600" kern="1200" dirty="0">
            <a:effectLst/>
          </a:endParaRPr>
        </a:p>
      </dsp:txBody>
      <dsp:txXfrm>
        <a:off x="200101" y="2908245"/>
        <a:ext cx="1469436" cy="912371"/>
      </dsp:txXfrm>
    </dsp:sp>
    <dsp:sp modelId="{F777BCC9-4806-44CF-8290-C2CA78944608}">
      <dsp:nvSpPr>
        <dsp:cNvPr id="0" name=""/>
        <dsp:cNvSpPr/>
      </dsp:nvSpPr>
      <dsp:spPr>
        <a:xfrm>
          <a:off x="1867500" y="2718760"/>
          <a:ext cx="1526206" cy="9691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4204377-6CB6-4857-9611-011AB7DCE558}">
      <dsp:nvSpPr>
        <dsp:cNvPr id="0" name=""/>
        <dsp:cNvSpPr/>
      </dsp:nvSpPr>
      <dsp:spPr>
        <a:xfrm>
          <a:off x="2037079" y="2879860"/>
          <a:ext cx="1526206" cy="9691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Shared data</a:t>
          </a:r>
          <a:endParaRPr lang="en-US" sz="1600" kern="1200" dirty="0">
            <a:effectLst/>
          </a:endParaRPr>
        </a:p>
      </dsp:txBody>
      <dsp:txXfrm>
        <a:off x="2065464" y="2908245"/>
        <a:ext cx="1469436" cy="912371"/>
      </dsp:txXfrm>
    </dsp:sp>
    <dsp:sp modelId="{5FAB1661-6C64-4AE8-A7D2-6BC5A6D8F71A}">
      <dsp:nvSpPr>
        <dsp:cNvPr id="0" name=""/>
        <dsp:cNvSpPr/>
      </dsp:nvSpPr>
      <dsp:spPr>
        <a:xfrm>
          <a:off x="3732864" y="2718760"/>
          <a:ext cx="1526206" cy="9691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F23AB0F-D6D6-45A7-BC1F-520D44AD8AA0}">
      <dsp:nvSpPr>
        <dsp:cNvPr id="0" name=""/>
        <dsp:cNvSpPr/>
      </dsp:nvSpPr>
      <dsp:spPr>
        <a:xfrm>
          <a:off x="3902442" y="2879860"/>
          <a:ext cx="1526206" cy="9691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Linking and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automation technologies</a:t>
          </a:r>
          <a:endParaRPr lang="en-US" sz="1600" kern="1200" dirty="0">
            <a:effectLst/>
          </a:endParaRPr>
        </a:p>
      </dsp:txBody>
      <dsp:txXfrm>
        <a:off x="3930827" y="2908245"/>
        <a:ext cx="1469436" cy="912371"/>
      </dsp:txXfrm>
    </dsp:sp>
    <dsp:sp modelId="{9A4C256B-159C-4210-BF0B-2C36DAE4A9C8}">
      <dsp:nvSpPr>
        <dsp:cNvPr id="0" name=""/>
        <dsp:cNvSpPr/>
      </dsp:nvSpPr>
      <dsp:spPr>
        <a:xfrm>
          <a:off x="5598227" y="2718760"/>
          <a:ext cx="1526206" cy="9691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382E1A7-5D68-46BE-AB26-6E58E6A85C43}">
      <dsp:nvSpPr>
        <dsp:cNvPr id="0" name=""/>
        <dsp:cNvSpPr/>
      </dsp:nvSpPr>
      <dsp:spPr>
        <a:xfrm>
          <a:off x="5767806" y="2879860"/>
          <a:ext cx="1526206" cy="9691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Customer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groups</a:t>
          </a:r>
          <a:endParaRPr lang="en-US" sz="1600" kern="1200" dirty="0">
            <a:effectLst/>
          </a:endParaRPr>
        </a:p>
      </dsp:txBody>
      <dsp:txXfrm>
        <a:off x="5796191" y="2908245"/>
        <a:ext cx="1469436" cy="9123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E663E-9AE5-4B11-B4CA-608858A2603D}" type="datetimeFigureOut">
              <a:rPr lang="en-US" smtClean="0"/>
              <a:pPr/>
              <a:t>24-Jun-26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8C741-7458-4E4F-9F6B-0BA8390428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98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FE635-11D9-4112-A6FD-6DA02A116A07}" type="datetimeFigureOut">
              <a:rPr lang="en-US" smtClean="0"/>
              <a:pPr/>
              <a:t>24-Jun-26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C00EE-FC64-499A-BB12-0E1D98E284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9194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C00EE-FC64-499A-BB12-0E1D98E2849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7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A2F335-7957-47D6-922D-8E89ECE7058E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888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1D7793-5E45-4175-BD64-94748C3D4FA6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702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C1C504-821B-42E1-A077-6E74259FA0A6}" type="slidenum">
              <a:rPr lang="en-US" altLang="en-US" sz="1200">
                <a:solidFill>
                  <a:schemeClr val="tx1"/>
                </a:solidFill>
              </a:rPr>
              <a:pPr eaLnBrk="1" hangingPunct="1"/>
              <a:t>4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844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2BD32B-CBAB-41C8-91DE-ACAA8E29CA91}" type="slidenum">
              <a:rPr lang="en-US" altLang="en-US" sz="1200">
                <a:solidFill>
                  <a:schemeClr val="tx1"/>
                </a:solidFill>
              </a:rPr>
              <a:pPr eaLnBrk="1" hangingPunct="1"/>
              <a:t>5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22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A8C892-98B4-46EC-94B9-47B92F7C88AE}" type="slidenum">
              <a:rPr lang="en-US" altLang="en-US" sz="1200">
                <a:solidFill>
                  <a:schemeClr val="tx1"/>
                </a:solidFill>
              </a:rPr>
              <a:pPr eaLnBrk="1" hangingPunct="1"/>
              <a:t>7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40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B1C9F3C-A6E5-42B4-B687-4457668CE067}" type="slidenum">
              <a:rPr lang="en-US" altLang="en-US" sz="1200">
                <a:solidFill>
                  <a:schemeClr val="tx1"/>
                </a:solidFill>
              </a:rPr>
              <a:pPr eaLnBrk="1" hangingPunct="1"/>
              <a:t>9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196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AFE1B9D-BCB7-440D-87E1-2F31A12E22B7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11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5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3A7B15-DA0D-4FD9-82B5-D4F17AC62379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12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957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B322A75-B392-476C-8A1A-160B0BADA5B0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13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771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BBD29FE-C2A7-4EC9-90B2-8C968F728473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15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6564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50C539-4254-4C50-B465-0309A58F1EE1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16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BD8B3A-5403-4F59-84D2-DA62ED344488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17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175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BF03F0-457F-4659-A278-67ACA6EEAA3B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18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983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FFE70B2-C5B9-4700-BE84-B6A5A718D930}" type="slidenum">
              <a:rPr lang="en-US" altLang="en-US" sz="1200">
                <a:solidFill>
                  <a:schemeClr val="tx1"/>
                </a:solidFill>
              </a:rPr>
              <a:pPr eaLnBrk="1" hangingPunct="1"/>
              <a:t>19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269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BEC9B81-457C-44A2-9C7D-E2E026F60282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21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8283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820432-A1F4-4747-96D8-382F9C28A6A1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22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5681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86596E7-DE8F-4723-86B1-1699E4F87A0A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23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07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60A3B6-6026-4D90-8256-184AF326AD3A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24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0419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3AE1D3-1CF5-426D-8E99-15E342CDBA2E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25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30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26751AB-22CA-4877-975C-A5EB77ECDCC1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26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7163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2060B9-B51E-4F20-A91C-606CB2AFB083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27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0221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AC5B7C0-FB96-4CAE-9596-A4CD5D3F17AE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28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7366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17D1930-1C90-4B3E-B9BE-007C2CEBA27E}" type="slidenum">
              <a:rPr lang="en-US" altLang="en-US" sz="1200">
                <a:solidFill>
                  <a:schemeClr val="tx1"/>
                </a:solidFill>
              </a:rPr>
              <a:pPr eaLnBrk="1" hangingPunct="1"/>
              <a:t>29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369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D947F0-3A3B-4526-830B-8B0D10EAB2BF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30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2657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1CE504-7B01-44F9-895C-CD3566E178D8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31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2263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6D06AB-D53F-4E16-A02A-2AE90EF19864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34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891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4E00E7D-E5DC-45A0-B7CB-D60F1C399A1F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35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8599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BCC58AA-163D-4211-A434-B362BDCAAED0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36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563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C1A3CF-8FFE-4E4C-A721-FB1B34766F4C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37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3950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D74318-AA23-4553-B706-034FBA6B09AC}" type="slidenum">
              <a:rPr lang="en-US" altLang="en-US" sz="1200">
                <a:solidFill>
                  <a:schemeClr val="tx1"/>
                </a:solidFill>
              </a:rPr>
              <a:pPr eaLnBrk="1" hangingPunct="1"/>
              <a:t>38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535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6800" y="1676400"/>
            <a:ext cx="7315200" cy="48768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insert contents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524000"/>
            <a:ext cx="8153400" cy="48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content</a:t>
            </a:r>
          </a:p>
        </p:txBody>
      </p:sp>
      <p:pic>
        <p:nvPicPr>
          <p:cNvPr id="7" name="Picture 6" descr="slid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524000"/>
            <a:ext cx="8153400" cy="48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content</a:t>
            </a:r>
          </a:p>
        </p:txBody>
      </p:sp>
      <p:pic>
        <p:nvPicPr>
          <p:cNvPr id="7" name="Picture 6" descr="slid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9A2F7-422A-4661-970A-2E1D828D17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alero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939458" y="457200"/>
            <a:ext cx="7086600" cy="51054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 2202</a:t>
            </a:r>
            <a:b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Strategy, Management and Acquisition</a:t>
            </a:r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Lecture #4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2530" name="Picture 2" descr="Creative Commons Licen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6058" y="6420977"/>
            <a:ext cx="1081548" cy="381000"/>
          </a:xfrm>
          <a:prstGeom prst="rect">
            <a:avLst/>
          </a:prstGeom>
          <a:noFill/>
        </p:spPr>
      </p:pic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587158" y="4343400"/>
            <a:ext cx="57912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Systems Infrastructure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438400" y="3200400"/>
            <a:ext cx="3657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Objectives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639309320"/>
              </p:ext>
            </p:extLst>
          </p:nvPr>
        </p:nvGraphicFramePr>
        <p:xfrm>
          <a:off x="609600" y="1524000"/>
          <a:ext cx="8229600" cy="4830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6442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 World Examples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1371600"/>
            <a:ext cx="7848600" cy="5029200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 the past 10 years Valero Energy (gas/oil refiner) has experienced hyper-growth.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Revenue has grown from $29 to $90 billion.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growth came with a mixture of disparate IT systems and applications.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Difficult and expensive to manage.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easily integrated into ERP system.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architecture needed to be redesigned to meet future needs.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Flexible in design and able to grow with the company.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SOA system was selected (SAP R/3 ERP).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90 service components were built on the SAP platform.</a:t>
            </a:r>
          </a:p>
        </p:txBody>
      </p:sp>
    </p:spTree>
    <p:extLst>
      <p:ext uri="{BB962C8B-B14F-4D97-AF65-F5344CB8AC3E}">
        <p14:creationId xmlns:p14="http://schemas.microsoft.com/office/powerpoint/2010/main" val="22549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 World Example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620000" cy="4419600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new system was a hit!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 costs were kept down.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 application saved the company $500K in fees.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systems made operations more efficient and effective.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Managers were able to control the loading and unloading of tankers that was previously unavailable.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http://www.valero.com/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more information on the company.</a:t>
            </a:r>
          </a:p>
        </p:txBody>
      </p:sp>
    </p:spTree>
    <p:extLst>
      <p:ext uri="{BB962C8B-B14F-4D97-AF65-F5344CB8AC3E}">
        <p14:creationId xmlns:p14="http://schemas.microsoft.com/office/powerpoint/2010/main" val="258544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Vision to Implementation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0" y="1371600"/>
            <a:ext cx="7962900" cy="4876800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 translates strategy into infrastructure (see next slide).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architect develops plans based on a vision of the customer of the system (or in this example a house) which is a blueprint of the companies systems.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“blueprint” is used for translating business strategy into a plan for IS.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IT infrastructure is everything that supports the flow and processing of information (hardware, software, data, and networks).</a:t>
            </a:r>
          </a:p>
        </p:txBody>
      </p:sp>
    </p:spTree>
    <p:extLst>
      <p:ext uri="{BB962C8B-B14F-4D97-AF65-F5344CB8AC3E}">
        <p14:creationId xmlns:p14="http://schemas.microsoft.com/office/powerpoint/2010/main" val="387136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23" y="0"/>
            <a:ext cx="8229600" cy="1143000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abstract to concrete – </a:t>
            </a:r>
            <a:br>
              <a:rPr lang="en-US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building vs. IT</a:t>
            </a:r>
            <a:endParaRPr lang="en-GB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278252"/>
              </p:ext>
            </p:extLst>
          </p:nvPr>
        </p:nvGraphicFramePr>
        <p:xfrm>
          <a:off x="112549" y="1676400"/>
          <a:ext cx="8914547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Visio" r:id="rId3" imgW="6447739" imgH="2637739" progId="Visio.Drawing.11">
                  <p:embed/>
                </p:oleObj>
              </mc:Choice>
              <mc:Fallback>
                <p:oleObj name="Visio" r:id="rId3" imgW="6447739" imgH="2637739" progId="Visio.Drawing.11">
                  <p:embed/>
                  <p:pic>
                    <p:nvPicPr>
                      <p:cNvPr id="819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49" y="1676400"/>
                        <a:ext cx="8914547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119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Manager’s Role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620000" cy="3886200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Must understand what to expect from IT architecture and infrastructure.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Must clearly communicate their business vision.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need to modify the plans if IT cannot realistically support them.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Manager MUST be involved in the decision making process.</a:t>
            </a:r>
          </a:p>
        </p:txBody>
      </p:sp>
    </p:spTree>
    <p:extLst>
      <p:ext uri="{BB962C8B-B14F-4D97-AF65-F5344CB8AC3E}">
        <p14:creationId xmlns:p14="http://schemas.microsoft.com/office/powerpoint/2010/main" val="390666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idx="1"/>
          </p:nvPr>
        </p:nvSpPr>
        <p:spPr>
          <a:xfrm>
            <a:off x="1066800" y="1371600"/>
            <a:ext cx="7239000" cy="4419600"/>
          </a:xfrm>
        </p:spPr>
        <p:txBody>
          <a:bodyPr>
            <a:normAutofit/>
          </a:bodyPr>
          <a:lstStyle/>
          <a:p>
            <a:pPr marL="0" indent="0" algn="ctr" eaLnBrk="1" hangingPunct="1">
              <a:buNone/>
            </a:pPr>
            <a:endParaRPr lang="en-US" altLang="en-US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 eaLnBrk="1" hangingPunct="1">
              <a:buNone/>
            </a:pPr>
            <a:endParaRPr lang="en-US" altLang="en-US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 eaLnBrk="1" hangingPunct="1">
              <a:buNone/>
            </a:pPr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LEAP FROM STRATEGY </a:t>
            </a:r>
          </a:p>
          <a:p>
            <a:pPr marL="0" indent="0" algn="ctr" eaLnBrk="1" hangingPunct="1">
              <a:buNone/>
            </a:pPr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ARCHITECTURE TO </a:t>
            </a:r>
          </a:p>
          <a:p>
            <a:pPr marL="0" indent="0" algn="ctr" eaLnBrk="1" hangingPunct="1">
              <a:buNone/>
            </a:pPr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569744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8229600" cy="9445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Strategy to Architecture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447800"/>
            <a:ext cx="7848600" cy="4830763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Manager must start out with a strategy.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strategy must then be used to develop more specific goals as seen in next slide.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requirements must be fleshed out for each goal in order to provide the architect with a clear picture of what IS must accomplish.</a:t>
            </a:r>
          </a:p>
        </p:txBody>
      </p:sp>
    </p:spTree>
    <p:extLst>
      <p:ext uri="{BB962C8B-B14F-4D97-AF65-F5344CB8AC3E}">
        <p14:creationId xmlns:p14="http://schemas.microsoft.com/office/powerpoint/2010/main" val="2427592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Strategy to Business Requirements</a:t>
            </a:r>
            <a:endParaRPr lang="en-GB" sz="3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4347461"/>
              </p:ext>
            </p:extLst>
          </p:nvPr>
        </p:nvGraphicFramePr>
        <p:xfrm>
          <a:off x="433250" y="1447800"/>
          <a:ext cx="84059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2081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Architecture to Infrastructure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906963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stage entails adding more detail to the architectural plan.</a:t>
            </a:r>
          </a:p>
          <a:p>
            <a:pPr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detail comprises the actual hardware, software, data, and networking.</a:t>
            </a:r>
          </a:p>
          <a:p>
            <a:pPr lvl="1"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Figure 6.2 shows this phase.</a:t>
            </a:r>
          </a:p>
          <a:p>
            <a:pPr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components must be combined in a coherent fashion.</a:t>
            </a:r>
          </a:p>
          <a:p>
            <a:pPr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Global level – focus at the enterprise level; Inter-organizational level – focus on communications with customers, suppliers or other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970874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965" y="1271451"/>
            <a:ext cx="7846423" cy="4800600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following when developing a framework for transforming business strategy into architecture and then infrastructure: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Hardware – physical components.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Software – programs.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 – software and hardware.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– quantity and format of data is of utmost concern.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9377" y="326889"/>
            <a:ext cx="8229600" cy="944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Architecture to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805210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Framework for Translation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295400"/>
            <a:ext cx="8153400" cy="48768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Managers must begin with an overview that is complete.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framework must answer the </a:t>
            </a:r>
            <a:r>
              <a:rPr lang="en-US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what, who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en-US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where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questions for each infrastructure component.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specific type of technology?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Who is involved (individuals, groups, departments)?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is everything located?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Table below shows the connections between strategy and systems.</a:t>
            </a:r>
          </a:p>
        </p:txBody>
      </p:sp>
    </p:spTree>
    <p:extLst>
      <p:ext uri="{BB962C8B-B14F-4D97-AF65-F5344CB8AC3E}">
        <p14:creationId xmlns:p14="http://schemas.microsoft.com/office/powerpoint/2010/main" val="753950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402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4288396225"/>
              </p:ext>
            </p:extLst>
          </p:nvPr>
        </p:nvGraphicFramePr>
        <p:xfrm>
          <a:off x="152400" y="1080381"/>
          <a:ext cx="8686800" cy="554913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Component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What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Where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Architecture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Infrastructure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Architecture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Infrastructure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Architecture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Infrastructure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63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Hardware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Does fulfillment or our strategy require thick or thin clients?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 size hard drivers do we equip our thick clients with?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knows the most about servers in our organization?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will operate the server?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Does our architecture require centralized or distributed servers?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Must we hire a server administrator for the office?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Software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Does fulfillment or our strategy require ERP software?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Shall we go with SAP or Oracle applications?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is affected by a move to SAP?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will need SAP training?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Does our geographical organization require multiple database instances?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Does Oracle provide the multiple-database functionality we need?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313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Network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 kind of bandwidth do we need to fulfill our strategy?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Will 10BaseT Ethernet suffice?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needs a connection to the network?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needs an ISDN line to his or her home?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Does our WAN need to span the Atlantic?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Shall we lease a cable or use satellite?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63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 our vendors all use the same EDI format?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Which VAN provides all the translation services we need?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needs access to sensitive data?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needs encryption software?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Will backups be stored   on-site or   off-site?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Which storage service shall we select?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19200" y="152400"/>
            <a:ext cx="754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Infrastructure and architecture </a:t>
            </a:r>
          </a:p>
          <a:p>
            <a:pPr algn="ctr"/>
            <a:r>
              <a:rPr lang="en-US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 framework with sample questions</a:t>
            </a:r>
            <a:endParaRPr lang="en-GB" sz="28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688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 Examples</a:t>
            </a:r>
          </a:p>
        </p:txBody>
      </p:sp>
      <p:sp>
        <p:nvSpPr>
          <p:cNvPr id="1741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23900" y="1447800"/>
            <a:ext cx="7696200" cy="5029200"/>
          </a:xfrm>
        </p:spPr>
        <p:txBody>
          <a:bodyPr>
            <a:normAutofit fontScale="85000" lnSpcReduction="1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Three common configurations of IT architecture.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Mainframe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employs a large centralized computer that handles all of the functionality of the system.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Client/server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widely used and relies and clients that request services and servers that respond to these requests.  The workload is shared and distributed.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SOA (Service Oriented Architecture)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where larger software programs are broken down into services which are then connected to each other (services could be web based, or in completely different physical locations).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Managers must be aware each ones trade-offs.</a:t>
            </a:r>
          </a:p>
        </p:txBody>
      </p:sp>
    </p:spTree>
    <p:extLst>
      <p:ext uri="{BB962C8B-B14F-4D97-AF65-F5344CB8AC3E}">
        <p14:creationId xmlns:p14="http://schemas.microsoft.com/office/powerpoint/2010/main" val="839727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 Frameworks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371600"/>
            <a:ext cx="7696200" cy="4724400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Peer-to-peer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allows networked computers to share resources (no central server needed).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Wireless (mobile)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can utilize a variety of wireless technologies (fixed microwave, wireless LANs, cellular, satellite links, etc.)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Web-oriented architecture (WOA) 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where significant hardware, software and possibly even data elements reside on the Internet.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Greater flexibility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Capacity-on-demand</a:t>
            </a:r>
          </a:p>
        </p:txBody>
      </p:sp>
    </p:spTree>
    <p:extLst>
      <p:ext uri="{BB962C8B-B14F-4D97-AF65-F5344CB8AC3E}">
        <p14:creationId xmlns:p14="http://schemas.microsoft.com/office/powerpoint/2010/main" val="1645470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Architectural Principles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312817"/>
            <a:ext cx="7886700" cy="4876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a set of principles, or fundamental beliefs about how the architecture should function.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 principles must be consistent with enterprise values as well as the technology used in the infrastructure.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of principles vary widely.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Should define the desirable behaviors of the IT systems.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348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ChangeArrowheads="1"/>
          </p:cNvSpPr>
          <p:nvPr/>
        </p:nvSpPr>
        <p:spPr bwMode="auto">
          <a:xfrm>
            <a:off x="1524000" y="406400"/>
            <a:ext cx="7543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Sample Of IT Archicture Principles</a:t>
            </a:r>
            <a:endParaRPr lang="en-US" altLang="en-US" sz="66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0" y="406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ctr"/>
                <a:tab pos="2057400" algn="ctr"/>
              </a:tabLs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955607443"/>
              </p:ext>
            </p:extLst>
          </p:nvPr>
        </p:nvGraphicFramePr>
        <p:xfrm>
          <a:off x="838200" y="1287862"/>
          <a:ext cx="7519851" cy="5576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6241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Enterprise Architecture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1295400"/>
            <a:ext cx="7848600" cy="4495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“blueprint” for all IS for the entire organization.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Specify how IT will support business processes.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Identifies core processes of the company and how they will work together.</a:t>
            </a: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412139653"/>
              </p:ext>
            </p:extLst>
          </p:nvPr>
        </p:nvGraphicFramePr>
        <p:xfrm>
          <a:off x="923925" y="2438400"/>
          <a:ext cx="7296150" cy="5154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2116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685800" y="1143000"/>
            <a:ext cx="7772400" cy="2971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 Managerial Considerations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53200" y="43434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52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8534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Understanding existing architecture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7924800" cy="43434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Understanding existing architecture allows managers to evaluate the IT requirements of an evolving business strategy vs. their current IT.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Plans for the future architecture can then be compared with the current infrastructure to help identify which components of the current system can b e used in the system being developed.</a:t>
            </a:r>
          </a:p>
        </p:txBody>
      </p:sp>
    </p:spTree>
    <p:extLst>
      <p:ext uri="{BB962C8B-B14F-4D97-AF65-F5344CB8AC3E}">
        <p14:creationId xmlns:p14="http://schemas.microsoft.com/office/powerpoint/2010/main" val="4172405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924800" cy="1066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Relevant questions for managers: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696200" cy="45720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IT architecture is already in place?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company developing the IT architecture from scratch?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company replacing an existing architecture?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Does the company need to work within the confines of an existing architecture?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the company expanding an existing architecture?</a:t>
            </a:r>
          </a:p>
        </p:txBody>
      </p:sp>
    </p:spTree>
    <p:extLst>
      <p:ext uri="{BB962C8B-B14F-4D97-AF65-F5344CB8AC3E}">
        <p14:creationId xmlns:p14="http://schemas.microsoft.com/office/powerpoint/2010/main" val="328007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34454"/>
            <a:ext cx="7772400" cy="1219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Strategic IT planning and legacy systems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905000"/>
            <a:ext cx="7239000" cy="44196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Managers usually must deal with adapting existing architectures as part of planning their new systems.</a:t>
            </a:r>
          </a:p>
          <a:p>
            <a:pPr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so doing they encounter both:</a:t>
            </a:r>
          </a:p>
          <a:p>
            <a:pPr lvl="1"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opportunity to influence the existing architecture and infrastructure and</a:t>
            </a:r>
          </a:p>
          <a:p>
            <a:pPr lvl="1"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challenge to overcome the old system’s shortcomings.</a:t>
            </a:r>
          </a:p>
        </p:txBody>
      </p:sp>
    </p:spTree>
    <p:extLst>
      <p:ext uri="{BB962C8B-B14F-4D97-AF65-F5344CB8AC3E}">
        <p14:creationId xmlns:p14="http://schemas.microsoft.com/office/powerpoint/2010/main" val="26585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6106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Working with Legacy Architectures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985" y="1371600"/>
            <a:ext cx="8077200" cy="4876800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steps allow managers to derive the most value and suffer the fewest problems when working with legacy systems: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Objectively analyze the existing architecture and infrastructure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Objectively analyze the strategy served by the existing architecture.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Objectively analyze the ability of the existing architecture and infrastructure to further the current strategic goals.</a:t>
            </a:r>
          </a:p>
        </p:txBody>
      </p:sp>
    </p:spTree>
    <p:extLst>
      <p:ext uri="{BB962C8B-B14F-4D97-AF65-F5344CB8AC3E}">
        <p14:creationId xmlns:p14="http://schemas.microsoft.com/office/powerpoint/2010/main" val="2665443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152400"/>
            <a:ext cx="8382000" cy="1219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Strategic Time Frame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94346"/>
            <a:ext cx="7696200" cy="4876800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Managers must understand the life span of an IT infrastructure and architecture.</a:t>
            </a:r>
          </a:p>
          <a:p>
            <a:pPr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also must determine how far the strategy will extend into the future.</a:t>
            </a:r>
          </a:p>
          <a:p>
            <a:pPr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Strategic time frame depends on industry-wide factors.</a:t>
            </a:r>
          </a:p>
          <a:p>
            <a:pPr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Length of life of architecture depends upon how reliant the manager is on IT, and how advanced are being made in their field.</a:t>
            </a:r>
          </a:p>
          <a:p>
            <a:pPr algn="just" eaLnBrk="1" hangingPunct="1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Flexibility and quickness will prove to be critical to an organization</a:t>
            </a:r>
          </a:p>
        </p:txBody>
      </p:sp>
    </p:spTree>
    <p:extLst>
      <p:ext uri="{BB962C8B-B14F-4D97-AF65-F5344CB8AC3E}">
        <p14:creationId xmlns:p14="http://schemas.microsoft.com/office/powerpoint/2010/main" val="2749122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486770" y="152400"/>
            <a:ext cx="8763000" cy="1143000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Assessing Technical Issues: Adaptability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427" y="1524000"/>
            <a:ext cx="7915702" cy="4724400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the architecture adapt to emerging technologies?</a:t>
            </a:r>
          </a:p>
          <a:p>
            <a:pPr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Must be able to handle expected technological advances (storage and computing power).</a:t>
            </a:r>
          </a:p>
          <a:p>
            <a:pPr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both hardware and software.</a:t>
            </a:r>
          </a:p>
          <a:p>
            <a:pPr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Guidelines for planning adaptable IT architecture and infrastructure:</a:t>
            </a:r>
          </a:p>
          <a:p>
            <a:pPr lvl="1"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 for applications and systems that are independent and loosely coupled rather than monolithic.</a:t>
            </a:r>
          </a:p>
          <a:p>
            <a:pPr lvl="1"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clear boundaries between infrastructure components</a:t>
            </a:r>
          </a:p>
          <a:p>
            <a:pPr lvl="1"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designing a network architecture, provide access to all users when it makes sense to do so.</a:t>
            </a:r>
          </a:p>
        </p:txBody>
      </p:sp>
    </p:spTree>
    <p:extLst>
      <p:ext uri="{BB962C8B-B14F-4D97-AF65-F5344CB8AC3E}">
        <p14:creationId xmlns:p14="http://schemas.microsoft.com/office/powerpoint/2010/main" val="3877552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Assessing Technical Issues: Scalability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0154" y="1600200"/>
            <a:ext cx="7772400" cy="39624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Refers to how well an infrastructure component can adapt to increased, or in some cases decreased, demands.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network should be able to start small but grow as needed with little or no interruption.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system should be designed so that it will not be out grown by the company.</a:t>
            </a:r>
          </a:p>
        </p:txBody>
      </p:sp>
    </p:spTree>
    <p:extLst>
      <p:ext uri="{BB962C8B-B14F-4D97-AF65-F5344CB8AC3E}">
        <p14:creationId xmlns:p14="http://schemas.microsoft.com/office/powerpoint/2010/main" val="2322579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Assessing Technical Issues: Standardization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153400" cy="4495800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Hardware and software that adheres to industry standards should be adopted.</a:t>
            </a:r>
          </a:p>
          <a:p>
            <a:pPr algn="just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Software packages should be compatible with each other (Microsoft Office suite).</a:t>
            </a:r>
          </a:p>
          <a:p>
            <a:pPr algn="just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manager needs to ask:</a:t>
            </a:r>
          </a:p>
          <a:p>
            <a:pPr lvl="1" algn="just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easy is the infrastructure to maintain?</a:t>
            </a:r>
          </a:p>
          <a:p>
            <a:pPr lvl="1" algn="just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replacement parts available?</a:t>
            </a:r>
          </a:p>
          <a:p>
            <a:pPr lvl="1" algn="just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service available?</a:t>
            </a:r>
          </a:p>
          <a:p>
            <a:pPr algn="just"/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Maintainability is a key technical consideration.</a:t>
            </a:r>
          </a:p>
        </p:txBody>
      </p:sp>
    </p:spTree>
    <p:extLst>
      <p:ext uri="{BB962C8B-B14F-4D97-AF65-F5344CB8AC3E}">
        <p14:creationId xmlns:p14="http://schemas.microsoft.com/office/powerpoint/2010/main" val="3955809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Assessing Technical Issues: Security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91194"/>
            <a:ext cx="8229600" cy="48768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concern for business and IT managers.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Must protect key data and process elements of the IT infrastructure.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Extends outside the boundaries of the company (such as customer data).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Security measures will depend upon the infrastructure and architecture.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Centralized systems require protection around the core system.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Decentralized requires more complex security around each local system and the connections and data that pass between these systems.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Managing security is often managing risk.</a:t>
            </a:r>
          </a:p>
        </p:txBody>
      </p:sp>
    </p:spTree>
    <p:extLst>
      <p:ext uri="{BB962C8B-B14F-4D97-AF65-F5344CB8AC3E}">
        <p14:creationId xmlns:p14="http://schemas.microsoft.com/office/powerpoint/2010/main" val="250667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Assessing Financial Issues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8001000" cy="4754563"/>
          </a:xfrm>
        </p:spPr>
        <p:txBody>
          <a:bodyPr>
            <a:noAutofit/>
          </a:bodyPr>
          <a:lstStyle/>
          <a:p>
            <a:pPr algn="just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Evaluate on expected financial value.</a:t>
            </a:r>
          </a:p>
          <a:p>
            <a:pPr algn="just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difficult to quantify.</a:t>
            </a:r>
          </a:p>
          <a:p>
            <a:pPr algn="just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Steps </a:t>
            </a:r>
          </a:p>
          <a:p>
            <a:pPr lvl="1" algn="just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Quantify costs</a:t>
            </a:r>
          </a:p>
          <a:p>
            <a:pPr lvl="1" algn="just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Determine the anticipated life cycles of system components</a:t>
            </a:r>
          </a:p>
          <a:p>
            <a:pPr lvl="1" algn="just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Quantify benefits</a:t>
            </a:r>
          </a:p>
          <a:p>
            <a:pPr lvl="1" algn="just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Quantify risks</a:t>
            </a:r>
          </a:p>
          <a:p>
            <a:pPr lvl="1" algn="just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ongoing dollar costs and benefits</a:t>
            </a:r>
          </a:p>
          <a:p>
            <a:pPr algn="just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Once completed manager can compute preferred discounted cash flow and payback.</a:t>
            </a:r>
          </a:p>
        </p:txBody>
      </p:sp>
    </p:spTree>
    <p:extLst>
      <p:ext uri="{BB962C8B-B14F-4D97-AF65-F5344CB8AC3E}">
        <p14:creationId xmlns:p14="http://schemas.microsoft.com/office/powerpoint/2010/main" val="31546289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 vs Infrastructure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7696200" cy="4876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Differentiating Between Architecture and Infrastructure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Figure in next slide shows how architecture and infrastructure are evaluated based on the previous criteria.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8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85800"/>
            <a:ext cx="8229600" cy="1143000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Applicability of evaluation criteria to discussion of architecture and infrastructure</a:t>
            </a:r>
            <a:b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sz="32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Group 579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562008124"/>
              </p:ext>
            </p:extLst>
          </p:nvPr>
        </p:nvGraphicFramePr>
        <p:xfrm>
          <a:off x="609600" y="1447800"/>
          <a:ext cx="8153400" cy="5245645"/>
        </p:xfrm>
        <a:graphic>
          <a:graphicData uri="http://schemas.openxmlformats.org/drawingml/2006/table">
            <a:tbl>
              <a:tblPr/>
              <a:tblGrid>
                <a:gridCol w="3362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4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Applicability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39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Criteria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Architecture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Infrastructure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866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Strategic time frame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866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Technological advances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Somewhat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866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Adaptability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528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Scalability/Growth Requirements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866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Standardization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866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Security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866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Maintainability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866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Staff experience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33853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Assessing financial issues: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Net present value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Payback analysis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Incidental investments</a:t>
                      </a: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ctr"/>
                          <a:tab pos="2057400" algn="ctr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Somewhat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Very applicable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4661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219200" y="838200"/>
            <a:ext cx="7162800" cy="3733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Strategy To Architecture </a:t>
            </a:r>
          </a:p>
          <a:p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Infrastructure: An Example</a:t>
            </a:r>
          </a:p>
        </p:txBody>
      </p:sp>
    </p:spTree>
    <p:extLst>
      <p:ext uri="{BB962C8B-B14F-4D97-AF65-F5344CB8AC3E}">
        <p14:creationId xmlns:p14="http://schemas.microsoft.com/office/powerpoint/2010/main" val="3614970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7724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TennisUp</a:t>
            </a:r>
            <a:r>
              <a:rPr lang="en-US" altLang="en-US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fictitious case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TennisUp</a:t>
            </a: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 supplier of tennis racquets,  serves to illustrate the process of creating IT architecture and infrastructure.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CEO </a:t>
            </a:r>
            <a:r>
              <a:rPr lang="en-US" alt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Haidar</a:t>
            </a:r>
            <a:r>
              <a:rPr lang="en-US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Abdulkadir</a:t>
            </a: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is concerned because they can hardly keep up with demand. 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Demand may end and he wants to ensure that </a:t>
            </a:r>
            <a:r>
              <a:rPr lang="en-US" alt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TennisUp</a:t>
            </a: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can respond to sudden changes in demand.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process includes four steps: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1</a:t>
            </a: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Define the Strategic Goals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2</a:t>
            </a: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Translate Strategic Goals to Business Requirements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3</a:t>
            </a: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Apply Strategy-Architecture-Infrastructure Framework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4: </a:t>
            </a: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Translate Architecture to Infrastructure (see Fig 6.6 &amp; 6.7).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5</a:t>
            </a: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Evaluate Additional Issues</a:t>
            </a:r>
            <a:endParaRPr lang="en-US" altLang="en-US" sz="2200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0223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1: Defining the Strategic Goals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077200" cy="4572000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TennisUp’s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business strategy is to respond to possible changes in demand by creating a system that can respond to sudden changes in demand.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company’s strategic goals are as follows: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lower costs by outsourcing raquet manufacturing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lower costs by outsourcing raquet distribution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improve market responsiveness by  outsourcing raquet manufacturing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Ä"/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improve market responsiveness by outsourcing raquet distribution</a:t>
            </a:r>
          </a:p>
        </p:txBody>
      </p:sp>
    </p:spTree>
    <p:extLst>
      <p:ext uri="{BB962C8B-B14F-4D97-AF65-F5344CB8AC3E}">
        <p14:creationId xmlns:p14="http://schemas.microsoft.com/office/powerpoint/2010/main" val="22253094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" y="304800"/>
            <a:ext cx="8915400" cy="457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2: Translate Strategic Goals to </a:t>
            </a:r>
            <a:b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Business Requirements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924800" cy="51054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 the first goal</a:t>
            </a:r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Outsourcing raquet manufacturing. How can the company’s IT architecture support this goal?</a:t>
            </a:r>
          </a:p>
          <a:p>
            <a:pPr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must provide the following interfaces to its new manufacturing partners:</a:t>
            </a:r>
          </a:p>
          <a:p>
            <a:pPr lvl="1"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to manufacturing partners: send forecasts, confirm orders received</a:t>
            </a:r>
          </a:p>
          <a:p>
            <a:pPr lvl="1"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Manufacturing partners to sales: send capacity, confirm orders shipped</a:t>
            </a:r>
          </a:p>
          <a:p>
            <a:pPr lvl="1"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Manufacturing partners to accounting: confirm orders shipped, electronic invoices, various inventory levels, returns</a:t>
            </a:r>
          </a:p>
          <a:p>
            <a:pPr lvl="1" algn="just" eaLnBrk="1" hangingPunct="1"/>
            <a:r>
              <a:rPr lang="en-US" alt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Accounting to manufacturing partners: transfer funds for orders fulfilled</a:t>
            </a:r>
          </a:p>
        </p:txBody>
      </p:sp>
    </p:spTree>
    <p:extLst>
      <p:ext uri="{BB962C8B-B14F-4D97-AF65-F5344CB8AC3E}">
        <p14:creationId xmlns:p14="http://schemas.microsoft.com/office/powerpoint/2010/main" val="4001854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14103" y="152400"/>
            <a:ext cx="8382000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3: Apply Strategy-Architecture-</a:t>
            </a:r>
            <a:b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Infrastructure Framework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467600" cy="449580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architecture needs to be established.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obtain, store, and use data to support those business requirements.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 designed to provide sales data to support sales applications.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 designed to support manufacturing applications – confirm orders shipped, manage inventory, etc.</a:t>
            </a:r>
          </a:p>
        </p:txBody>
      </p:sp>
    </p:spTree>
    <p:extLst>
      <p:ext uri="{BB962C8B-B14F-4D97-AF65-F5344CB8AC3E}">
        <p14:creationId xmlns:p14="http://schemas.microsoft.com/office/powerpoint/2010/main" val="1153575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0669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4: Translate Architecture </a:t>
            </a:r>
            <a:b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Infrastructure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3069" y="1447800"/>
            <a:ext cx="7855131" cy="52578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architectural goals in hand, apply framework from beginning of chapter.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Figure in next slide lists questions raised when applying framework to </a:t>
            </a:r>
            <a:r>
              <a:rPr lang="en-US" alt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TennisUp’s</a:t>
            </a: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architecture goals.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next Figure lists possible infrastructure components.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50000"/>
              </a:lnSpc>
              <a:buFontTx/>
              <a:buNone/>
            </a:pPr>
            <a:r>
              <a:rPr lang="en-US" altLang="en-US" sz="3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 5: Evaluate Additional Issues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Weigh the managerial considerations outlined in the second section of chapter.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Weigh them against the same architectural goals outlined in step 2.</a:t>
            </a:r>
          </a:p>
        </p:txBody>
      </p:sp>
    </p:spTree>
    <p:extLst>
      <p:ext uri="{BB962C8B-B14F-4D97-AF65-F5344CB8AC3E}">
        <p14:creationId xmlns:p14="http://schemas.microsoft.com/office/powerpoint/2010/main" val="1642404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958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063832963"/>
              </p:ext>
            </p:extLst>
          </p:nvPr>
        </p:nvGraphicFramePr>
        <p:xfrm>
          <a:off x="152400" y="1447800"/>
          <a:ext cx="8763000" cy="5273040"/>
        </p:xfrm>
        <a:graphic>
          <a:graphicData uri="http://schemas.openxmlformats.org/drawingml/2006/table">
            <a:tbl>
              <a:tblPr/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8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04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65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Component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Where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Architecture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Infrastructure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Architecture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Infrastructure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Architecture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Infrastructure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Hardware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 kind of supplemental server capacity will the new EDI transactions require?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Will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TennisUp’s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current dual CPU NT servers handle the capacity, or will the company have to add additional CPUs and/or disks?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is responsible for setting up necessary hardware at partner site?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Where does responsibility for owning and maintaining EDI hardware fall within TennisUp?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Which hard-ware components will need to be replaced or modified to connect to the new EDI hardware?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Software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 parts of TennisUp’s software architecture will the new architecture affect?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Will TennisUp’s current Access database interface adequately with the new EDI software?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knows the current software architecture well enough to manage the EDI enhancements?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will do any new SQL coding required to accommodate new software?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Where will software patches be required to achieve compatibility with changes resulting from new software components?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Network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 is the anticipated volume of transactions between TennisUp and it’s manufacturing partners?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High volume may require leased lines to carry transaction data; dial-up connections may suffice for low volume.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is responsible for additional networking expense incurred by partners due to increased demands of EDI architecture?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Where will security concerns arise in TennisUP’s current network architecture?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Where will TennisUp house new networking hardware required for EDI?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Will data formats supporting the new architecture be compatible with TennisUp’s existing formats?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Which formats must TennisUp translate?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will be responsible for using sales data to project future volumes to report to manufacturing partner?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 will be responsible for backing up additional data resulting from new architecture?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Where does the current architecture contain potential bottlenecks given changes anticipated in data flows?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Does the new architecture require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TennisUp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to switch from its current 10Base-T Ethernet to 100Base-T?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89714" y="381000"/>
            <a:ext cx="52883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Framework application</a:t>
            </a:r>
          </a:p>
        </p:txBody>
      </p:sp>
    </p:spTree>
    <p:extLst>
      <p:ext uri="{BB962C8B-B14F-4D97-AF65-F5344CB8AC3E}">
        <p14:creationId xmlns:p14="http://schemas.microsoft.com/office/powerpoint/2010/main" val="40162442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en-US" sz="32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TennisUP’s</a:t>
            </a:r>
            <a: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infrastructure components</a:t>
            </a:r>
            <a:br>
              <a:rPr lang="en-US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GB" sz="32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Group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733848"/>
              </p:ext>
            </p:extLst>
          </p:nvPr>
        </p:nvGraphicFramePr>
        <p:xfrm>
          <a:off x="304800" y="1435055"/>
          <a:ext cx="8610600" cy="49212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Hardware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Software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Network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16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servers: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Sales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Manufacturing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Accounting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Storage systems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ERP system with modules for: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Manufacturing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Sales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Accounting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Inventory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Enterprise Application Integration (EAI) software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Cable modem to ISP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Dial-up lines for backup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Routers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Hubs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Switches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Firewalls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Database: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Sales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Manufacturing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Accounting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666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5955</TotalTime>
  <Words>2846</Words>
  <Application>Microsoft Office PowerPoint</Application>
  <PresentationFormat>On-screen Show (4:3)</PresentationFormat>
  <Paragraphs>405</Paragraphs>
  <Slides>40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Tahoma</vt:lpstr>
      <vt:lpstr>Wingdings</vt:lpstr>
      <vt:lpstr>Office Theme</vt:lpstr>
      <vt:lpstr>Visio</vt:lpstr>
      <vt:lpstr>INF 2202  IS Strategy, Management and Acquisition  Lecture #4   </vt:lpstr>
      <vt:lpstr>Learning Objectives</vt:lpstr>
      <vt:lpstr>Real World Examples</vt:lpstr>
      <vt:lpstr>Real World Example</vt:lpstr>
      <vt:lpstr>From Vision to Implementation</vt:lpstr>
      <vt:lpstr>From abstract to concrete –  building vs. IT</vt:lpstr>
      <vt:lpstr>The Manager’s Role</vt:lpstr>
      <vt:lpstr>PowerPoint Presentation</vt:lpstr>
      <vt:lpstr>From Strategy to Architecture</vt:lpstr>
      <vt:lpstr>From Strategy to Business Requirements</vt:lpstr>
      <vt:lpstr>From Architecture to Infrastructure</vt:lpstr>
      <vt:lpstr>PowerPoint Presentation</vt:lpstr>
      <vt:lpstr>A Framework for Translation</vt:lpstr>
      <vt:lpstr>PowerPoint Presentation</vt:lpstr>
      <vt:lpstr>Architecture Examples</vt:lpstr>
      <vt:lpstr>Other Frameworks</vt:lpstr>
      <vt:lpstr>Architectural Principles</vt:lpstr>
      <vt:lpstr>PowerPoint Presentation</vt:lpstr>
      <vt:lpstr>Enterprise Architecture</vt:lpstr>
      <vt:lpstr>PowerPoint Presentation</vt:lpstr>
      <vt:lpstr>Understanding existing architecture</vt:lpstr>
      <vt:lpstr>Relevant questions for managers:</vt:lpstr>
      <vt:lpstr>Strategic IT planning and legacy systems</vt:lpstr>
      <vt:lpstr>Working with Legacy Architectures</vt:lpstr>
      <vt:lpstr>Strategic Time Frame</vt:lpstr>
      <vt:lpstr>Assessing Technical Issues: Adaptability</vt:lpstr>
      <vt:lpstr>Assessing Technical Issues: Scalability</vt:lpstr>
      <vt:lpstr>Assessing Technical Issues: Standardization</vt:lpstr>
      <vt:lpstr>Assessing Technical Issues: Security</vt:lpstr>
      <vt:lpstr>Assessing Financial Issues</vt:lpstr>
      <vt:lpstr>Architecture vs Infrastructure</vt:lpstr>
      <vt:lpstr>Applicability of evaluation criteria to discussion of architecture and infrastructure </vt:lpstr>
      <vt:lpstr>PowerPoint Presentation</vt:lpstr>
      <vt:lpstr>TennisUp. fictitious case</vt:lpstr>
      <vt:lpstr>Step 1: Defining the Strategic Goals</vt:lpstr>
      <vt:lpstr>Step 2: Translate Strategic Goals to  Business Requirements</vt:lpstr>
      <vt:lpstr>Step 3: Apply Strategy-Architecture- Infrastructure Framework</vt:lpstr>
      <vt:lpstr>Step 4: Translate Architecture  to Infrastructure</vt:lpstr>
      <vt:lpstr>PowerPoint Presentation</vt:lpstr>
      <vt:lpstr>TennisUP’s infrastructure components 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AliAbdulla</dc:creator>
  <cp:lastModifiedBy>Asus</cp:lastModifiedBy>
  <cp:revision>137</cp:revision>
  <dcterms:created xsi:type="dcterms:W3CDTF">2015-03-01T11:00:00Z</dcterms:created>
  <dcterms:modified xsi:type="dcterms:W3CDTF">2026-06-24T10:51:42Z</dcterms:modified>
</cp:coreProperties>
</file>