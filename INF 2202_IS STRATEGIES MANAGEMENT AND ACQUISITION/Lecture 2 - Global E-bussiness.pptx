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342" r:id="rId3"/>
    <p:sldId id="365" r:id="rId4"/>
    <p:sldId id="343" r:id="rId5"/>
    <p:sldId id="344" r:id="rId6"/>
    <p:sldId id="345" r:id="rId7"/>
    <p:sldId id="346" r:id="rId8"/>
    <p:sldId id="347" r:id="rId9"/>
    <p:sldId id="348" r:id="rId10"/>
    <p:sldId id="349" r:id="rId11"/>
    <p:sldId id="350" r:id="rId12"/>
    <p:sldId id="351" r:id="rId13"/>
    <p:sldId id="352" r:id="rId14"/>
    <p:sldId id="353" r:id="rId15"/>
    <p:sldId id="354" r:id="rId16"/>
    <p:sldId id="366" r:id="rId17"/>
    <p:sldId id="356" r:id="rId18"/>
    <p:sldId id="357" r:id="rId19"/>
    <p:sldId id="358" r:id="rId20"/>
    <p:sldId id="359" r:id="rId21"/>
    <p:sldId id="360" r:id="rId22"/>
    <p:sldId id="361" r:id="rId23"/>
    <p:sldId id="362" r:id="rId24"/>
    <p:sldId id="363" r:id="rId25"/>
    <p:sldId id="364" r:id="rId26"/>
    <p:sldId id="340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3BD15"/>
    <a:srgbClr val="0D01A3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343" autoAdjust="0"/>
  </p:normalViewPr>
  <p:slideViewPr>
    <p:cSldViewPr>
      <p:cViewPr varScale="1">
        <p:scale>
          <a:sx n="73" d="100"/>
          <a:sy n="73" d="100"/>
        </p:scale>
        <p:origin x="11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368D1F3-0F75-43D8-8A34-3CCA42C6F02A}" type="doc">
      <dgm:prSet loTypeId="urn:microsoft.com/office/officeart/2011/layout/CircleProcess" loCatId="process" qsTypeId="urn:microsoft.com/office/officeart/2005/8/quickstyle/simple2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E9EF69C3-64EB-4CB2-83A0-4351860A0064}">
      <dgm:prSet phldrT="[Text]"/>
      <dgm:spPr/>
      <dgm:t>
        <a:bodyPr/>
        <a:lstStyle/>
        <a:p>
          <a:r>
            <a:rPr lang="en-US" dirty="0" smtClean="0"/>
            <a:t>Activity 1</a:t>
          </a:r>
          <a:endParaRPr lang="en-US" dirty="0"/>
        </a:p>
      </dgm:t>
    </dgm:pt>
    <dgm:pt modelId="{6724B50B-F0F9-4502-937A-F24D01F37005}" type="parTrans" cxnId="{B290D520-8782-4A3E-AFD1-F6ADF1E15A26}">
      <dgm:prSet/>
      <dgm:spPr/>
      <dgm:t>
        <a:bodyPr/>
        <a:lstStyle/>
        <a:p>
          <a:endParaRPr lang="en-US"/>
        </a:p>
      </dgm:t>
    </dgm:pt>
    <dgm:pt modelId="{96632D39-5994-4A82-B480-A8F5815602B4}" type="sibTrans" cxnId="{B290D520-8782-4A3E-AFD1-F6ADF1E15A26}">
      <dgm:prSet/>
      <dgm:spPr/>
      <dgm:t>
        <a:bodyPr/>
        <a:lstStyle/>
        <a:p>
          <a:endParaRPr lang="en-US"/>
        </a:p>
      </dgm:t>
    </dgm:pt>
    <dgm:pt modelId="{A4ACD6C5-7976-4BB8-87F4-17ECEDBE524F}">
      <dgm:prSet phldrT="[Text]"/>
      <dgm:spPr/>
      <dgm:t>
        <a:bodyPr/>
        <a:lstStyle/>
        <a:p>
          <a:r>
            <a:rPr lang="en-US" dirty="0" smtClean="0"/>
            <a:t>Activity 2</a:t>
          </a:r>
          <a:endParaRPr lang="en-US" dirty="0"/>
        </a:p>
      </dgm:t>
    </dgm:pt>
    <dgm:pt modelId="{10CA2802-3E3D-4BAC-9CD4-EEE67B507950}" type="parTrans" cxnId="{839D726B-E470-4EAA-AE65-6F482F389801}">
      <dgm:prSet/>
      <dgm:spPr/>
      <dgm:t>
        <a:bodyPr/>
        <a:lstStyle/>
        <a:p>
          <a:endParaRPr lang="en-US"/>
        </a:p>
      </dgm:t>
    </dgm:pt>
    <dgm:pt modelId="{6932CF58-900B-4AAF-B97E-BDE18BF15942}" type="sibTrans" cxnId="{839D726B-E470-4EAA-AE65-6F482F389801}">
      <dgm:prSet/>
      <dgm:spPr/>
      <dgm:t>
        <a:bodyPr/>
        <a:lstStyle/>
        <a:p>
          <a:endParaRPr lang="en-US"/>
        </a:p>
      </dgm:t>
    </dgm:pt>
    <dgm:pt modelId="{571D7143-B74A-4E96-8EB2-E617E9CF8B3B}">
      <dgm:prSet phldrT="[Text]"/>
      <dgm:spPr/>
      <dgm:t>
        <a:bodyPr/>
        <a:lstStyle/>
        <a:p>
          <a:r>
            <a:rPr lang="en-US" dirty="0" smtClean="0"/>
            <a:t>Product</a:t>
          </a:r>
          <a:endParaRPr lang="en-US" dirty="0"/>
        </a:p>
      </dgm:t>
    </dgm:pt>
    <dgm:pt modelId="{3ECEA5EF-2783-4070-99BE-EA512C034B57}" type="parTrans" cxnId="{B07E0185-9D08-40F6-AC8B-39836F3C340E}">
      <dgm:prSet/>
      <dgm:spPr/>
      <dgm:t>
        <a:bodyPr/>
        <a:lstStyle/>
        <a:p>
          <a:endParaRPr lang="en-US"/>
        </a:p>
      </dgm:t>
    </dgm:pt>
    <dgm:pt modelId="{B1C0523A-A462-4DE3-AAC9-DF50FEE37BBB}" type="sibTrans" cxnId="{B07E0185-9D08-40F6-AC8B-39836F3C340E}">
      <dgm:prSet/>
      <dgm:spPr/>
      <dgm:t>
        <a:bodyPr/>
        <a:lstStyle/>
        <a:p>
          <a:endParaRPr lang="en-US"/>
        </a:p>
      </dgm:t>
    </dgm:pt>
    <dgm:pt modelId="{97261322-AEA3-4EA4-B052-D2152210494B}">
      <dgm:prSet phldrT="[Text]"/>
      <dgm:spPr/>
      <dgm:t>
        <a:bodyPr/>
        <a:lstStyle/>
        <a:p>
          <a:r>
            <a:rPr lang="en-US" dirty="0" smtClean="0"/>
            <a:t>Activity 3</a:t>
          </a:r>
          <a:endParaRPr lang="en-US" dirty="0"/>
        </a:p>
      </dgm:t>
    </dgm:pt>
    <dgm:pt modelId="{B4231661-B91A-432C-8527-963BD5135445}" type="parTrans" cxnId="{A3995E69-9F90-45CD-8F60-0B482AD5A15C}">
      <dgm:prSet/>
      <dgm:spPr/>
      <dgm:t>
        <a:bodyPr/>
        <a:lstStyle/>
        <a:p>
          <a:endParaRPr lang="en-US"/>
        </a:p>
      </dgm:t>
    </dgm:pt>
    <dgm:pt modelId="{3153B08A-A39F-42AE-8C05-5AB0258BDCC1}" type="sibTrans" cxnId="{A3995E69-9F90-45CD-8F60-0B482AD5A15C}">
      <dgm:prSet/>
      <dgm:spPr/>
      <dgm:t>
        <a:bodyPr/>
        <a:lstStyle/>
        <a:p>
          <a:endParaRPr lang="en-US"/>
        </a:p>
      </dgm:t>
    </dgm:pt>
    <dgm:pt modelId="{F7BE2242-8A9F-46AF-986B-40C9CDC5BFFF}">
      <dgm:prSet phldrT="[Text]"/>
      <dgm:spPr/>
      <dgm:t>
        <a:bodyPr/>
        <a:lstStyle/>
        <a:p>
          <a:r>
            <a:rPr lang="en-US" dirty="0" smtClean="0"/>
            <a:t>………</a:t>
          </a:r>
          <a:endParaRPr lang="en-US" dirty="0"/>
        </a:p>
      </dgm:t>
    </dgm:pt>
    <dgm:pt modelId="{73709EE3-70BF-4B09-86B4-F59944EB7FF2}" type="parTrans" cxnId="{8A49A5F9-89B3-4DCC-B579-6364781E2E28}">
      <dgm:prSet/>
      <dgm:spPr/>
      <dgm:t>
        <a:bodyPr/>
        <a:lstStyle/>
        <a:p>
          <a:endParaRPr lang="en-US"/>
        </a:p>
      </dgm:t>
    </dgm:pt>
    <dgm:pt modelId="{8F88DB22-617F-4564-9C3E-8E93F2897D03}" type="sibTrans" cxnId="{8A49A5F9-89B3-4DCC-B579-6364781E2E28}">
      <dgm:prSet/>
      <dgm:spPr/>
      <dgm:t>
        <a:bodyPr/>
        <a:lstStyle/>
        <a:p>
          <a:endParaRPr lang="en-US"/>
        </a:p>
      </dgm:t>
    </dgm:pt>
    <dgm:pt modelId="{D15B15C9-3D58-4310-AB41-31E68EECDBD8}">
      <dgm:prSet phldrT="[Text]"/>
      <dgm:spPr/>
      <dgm:t>
        <a:bodyPr/>
        <a:lstStyle/>
        <a:p>
          <a:r>
            <a:rPr lang="en-US" dirty="0" smtClean="0"/>
            <a:t>Activity n</a:t>
          </a:r>
          <a:endParaRPr lang="en-US" dirty="0"/>
        </a:p>
      </dgm:t>
    </dgm:pt>
    <dgm:pt modelId="{31AD1909-BC12-4238-8782-A53677131B55}" type="parTrans" cxnId="{E6E855AC-C5D7-49EB-9EEA-963841AC6B74}">
      <dgm:prSet/>
      <dgm:spPr/>
      <dgm:t>
        <a:bodyPr/>
        <a:lstStyle/>
        <a:p>
          <a:endParaRPr lang="en-US"/>
        </a:p>
      </dgm:t>
    </dgm:pt>
    <dgm:pt modelId="{727A89F4-448B-4A7E-8BE0-F8C3D150C094}" type="sibTrans" cxnId="{E6E855AC-C5D7-49EB-9EEA-963841AC6B74}">
      <dgm:prSet/>
      <dgm:spPr/>
      <dgm:t>
        <a:bodyPr/>
        <a:lstStyle/>
        <a:p>
          <a:endParaRPr lang="en-US"/>
        </a:p>
      </dgm:t>
    </dgm:pt>
    <dgm:pt modelId="{624D43EC-C82C-49E2-971D-61221030FE3E}" type="pres">
      <dgm:prSet presAssocID="{4368D1F3-0F75-43D8-8A34-3CCA42C6F02A}" presName="Name0" presStyleCnt="0">
        <dgm:presLayoutVars>
          <dgm:chMax val="11"/>
          <dgm:chPref val="11"/>
          <dgm:dir/>
          <dgm:resizeHandles/>
        </dgm:presLayoutVars>
      </dgm:prSet>
      <dgm:spPr/>
      <dgm:t>
        <a:bodyPr/>
        <a:lstStyle/>
        <a:p>
          <a:endParaRPr lang="en-US"/>
        </a:p>
      </dgm:t>
    </dgm:pt>
    <dgm:pt modelId="{B44706A3-F5A3-458F-8859-40F86AA94569}" type="pres">
      <dgm:prSet presAssocID="{571D7143-B74A-4E96-8EB2-E617E9CF8B3B}" presName="Accent6" presStyleCnt="0"/>
      <dgm:spPr/>
    </dgm:pt>
    <dgm:pt modelId="{55750511-AE1F-4A26-BAB5-8D74C7950D5F}" type="pres">
      <dgm:prSet presAssocID="{571D7143-B74A-4E96-8EB2-E617E9CF8B3B}" presName="Accent" presStyleLbl="node1" presStyleIdx="0" presStyleCnt="6"/>
      <dgm:spPr/>
    </dgm:pt>
    <dgm:pt modelId="{24A76468-1492-40B9-9F55-94B7AAD024D9}" type="pres">
      <dgm:prSet presAssocID="{571D7143-B74A-4E96-8EB2-E617E9CF8B3B}" presName="ParentBackground6" presStyleCnt="0"/>
      <dgm:spPr/>
    </dgm:pt>
    <dgm:pt modelId="{E0CC6021-D82D-4C67-9699-FAFEED5CD83A}" type="pres">
      <dgm:prSet presAssocID="{571D7143-B74A-4E96-8EB2-E617E9CF8B3B}" presName="ParentBackground" presStyleLbl="fgAcc1" presStyleIdx="0" presStyleCnt="6"/>
      <dgm:spPr/>
      <dgm:t>
        <a:bodyPr/>
        <a:lstStyle/>
        <a:p>
          <a:endParaRPr lang="en-US"/>
        </a:p>
      </dgm:t>
    </dgm:pt>
    <dgm:pt modelId="{DA15CF26-7982-46CD-A354-19EB95E215D6}" type="pres">
      <dgm:prSet presAssocID="{571D7143-B74A-4E96-8EB2-E617E9CF8B3B}" presName="Parent6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43BC342-1D2C-4822-8C49-28369335E7CB}" type="pres">
      <dgm:prSet presAssocID="{D15B15C9-3D58-4310-AB41-31E68EECDBD8}" presName="Accent5" presStyleCnt="0"/>
      <dgm:spPr/>
    </dgm:pt>
    <dgm:pt modelId="{9F2C49CE-ABCC-4980-B55E-E1DF50FBE0D2}" type="pres">
      <dgm:prSet presAssocID="{D15B15C9-3D58-4310-AB41-31E68EECDBD8}" presName="Accent" presStyleLbl="node1" presStyleIdx="1" presStyleCnt="6"/>
      <dgm:spPr/>
    </dgm:pt>
    <dgm:pt modelId="{5AA86DB8-7174-432A-BD69-23AAB7C7D80F}" type="pres">
      <dgm:prSet presAssocID="{D15B15C9-3D58-4310-AB41-31E68EECDBD8}" presName="ParentBackground5" presStyleCnt="0"/>
      <dgm:spPr/>
    </dgm:pt>
    <dgm:pt modelId="{169DFCDB-352F-4FF2-9343-36BEF78F5114}" type="pres">
      <dgm:prSet presAssocID="{D15B15C9-3D58-4310-AB41-31E68EECDBD8}" presName="ParentBackground" presStyleLbl="fgAcc1" presStyleIdx="1" presStyleCnt="6"/>
      <dgm:spPr/>
      <dgm:t>
        <a:bodyPr/>
        <a:lstStyle/>
        <a:p>
          <a:endParaRPr lang="en-US"/>
        </a:p>
      </dgm:t>
    </dgm:pt>
    <dgm:pt modelId="{EB93AEEC-8AD3-4DE8-B860-68C7EC3129DA}" type="pres">
      <dgm:prSet presAssocID="{D15B15C9-3D58-4310-AB41-31E68EECDBD8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DAB19FE-5898-4AC5-8EFB-28C81ECB1833}" type="pres">
      <dgm:prSet presAssocID="{F7BE2242-8A9F-46AF-986B-40C9CDC5BFFF}" presName="Accent4" presStyleCnt="0"/>
      <dgm:spPr/>
    </dgm:pt>
    <dgm:pt modelId="{D255C08A-B8AC-4C98-925C-8CD386299614}" type="pres">
      <dgm:prSet presAssocID="{F7BE2242-8A9F-46AF-986B-40C9CDC5BFFF}" presName="Accent" presStyleLbl="node1" presStyleIdx="2" presStyleCnt="6"/>
      <dgm:spPr/>
    </dgm:pt>
    <dgm:pt modelId="{5E5870F7-E11C-4510-A629-4FE9573BCF35}" type="pres">
      <dgm:prSet presAssocID="{F7BE2242-8A9F-46AF-986B-40C9CDC5BFFF}" presName="ParentBackground4" presStyleCnt="0"/>
      <dgm:spPr/>
    </dgm:pt>
    <dgm:pt modelId="{3972F202-28DE-4924-8539-F2D4BB39BFC0}" type="pres">
      <dgm:prSet presAssocID="{F7BE2242-8A9F-46AF-986B-40C9CDC5BFFF}" presName="ParentBackground" presStyleLbl="fgAcc1" presStyleIdx="2" presStyleCnt="6"/>
      <dgm:spPr/>
      <dgm:t>
        <a:bodyPr/>
        <a:lstStyle/>
        <a:p>
          <a:endParaRPr lang="en-US"/>
        </a:p>
      </dgm:t>
    </dgm:pt>
    <dgm:pt modelId="{05693347-9DC8-4E46-961C-0903B01CDCEC}" type="pres">
      <dgm:prSet presAssocID="{F7BE2242-8A9F-46AF-986B-40C9CDC5BFFF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E0D157E-2AD1-43DE-8A5C-08ACF1B48B06}" type="pres">
      <dgm:prSet presAssocID="{97261322-AEA3-4EA4-B052-D2152210494B}" presName="Accent3" presStyleCnt="0"/>
      <dgm:spPr/>
    </dgm:pt>
    <dgm:pt modelId="{F317F14E-636E-4262-8868-2E744A46B1BF}" type="pres">
      <dgm:prSet presAssocID="{97261322-AEA3-4EA4-B052-D2152210494B}" presName="Accent" presStyleLbl="node1" presStyleIdx="3" presStyleCnt="6"/>
      <dgm:spPr/>
    </dgm:pt>
    <dgm:pt modelId="{A03B157B-AD95-4F32-A88C-F8C286AC9080}" type="pres">
      <dgm:prSet presAssocID="{97261322-AEA3-4EA4-B052-D2152210494B}" presName="ParentBackground3" presStyleCnt="0"/>
      <dgm:spPr/>
    </dgm:pt>
    <dgm:pt modelId="{B508C983-C4F3-48A1-8CAD-3D5F54D00AC8}" type="pres">
      <dgm:prSet presAssocID="{97261322-AEA3-4EA4-B052-D2152210494B}" presName="ParentBackground" presStyleLbl="fgAcc1" presStyleIdx="3" presStyleCnt="6"/>
      <dgm:spPr/>
      <dgm:t>
        <a:bodyPr/>
        <a:lstStyle/>
        <a:p>
          <a:endParaRPr lang="en-US"/>
        </a:p>
      </dgm:t>
    </dgm:pt>
    <dgm:pt modelId="{7EF6E507-4A44-421C-BA97-2D10371F8FB7}" type="pres">
      <dgm:prSet presAssocID="{97261322-AEA3-4EA4-B052-D2152210494B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6327132-0709-4A7A-B33A-5EFCCF05818C}" type="pres">
      <dgm:prSet presAssocID="{A4ACD6C5-7976-4BB8-87F4-17ECEDBE524F}" presName="Accent2" presStyleCnt="0"/>
      <dgm:spPr/>
    </dgm:pt>
    <dgm:pt modelId="{C0E9BE46-A380-417A-810E-D8FD9AAD5E22}" type="pres">
      <dgm:prSet presAssocID="{A4ACD6C5-7976-4BB8-87F4-17ECEDBE524F}" presName="Accent" presStyleLbl="node1" presStyleIdx="4" presStyleCnt="6"/>
      <dgm:spPr/>
    </dgm:pt>
    <dgm:pt modelId="{35171292-5429-465A-9E65-56B6F10EE06D}" type="pres">
      <dgm:prSet presAssocID="{A4ACD6C5-7976-4BB8-87F4-17ECEDBE524F}" presName="ParentBackground2" presStyleCnt="0"/>
      <dgm:spPr/>
    </dgm:pt>
    <dgm:pt modelId="{061A414A-0C26-4D3C-AD77-6793C29896FC}" type="pres">
      <dgm:prSet presAssocID="{A4ACD6C5-7976-4BB8-87F4-17ECEDBE524F}" presName="ParentBackground" presStyleLbl="fgAcc1" presStyleIdx="4" presStyleCnt="6"/>
      <dgm:spPr/>
      <dgm:t>
        <a:bodyPr/>
        <a:lstStyle/>
        <a:p>
          <a:endParaRPr lang="en-US"/>
        </a:p>
      </dgm:t>
    </dgm:pt>
    <dgm:pt modelId="{BEF2E449-A38D-4FBC-9EAD-346BEDAB34F8}" type="pres">
      <dgm:prSet presAssocID="{A4ACD6C5-7976-4BB8-87F4-17ECEDBE524F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1293D5E-983C-4F47-84A1-5ECF2F8589E6}" type="pres">
      <dgm:prSet presAssocID="{E9EF69C3-64EB-4CB2-83A0-4351860A0064}" presName="Accent1" presStyleCnt="0"/>
      <dgm:spPr/>
    </dgm:pt>
    <dgm:pt modelId="{669F12BC-3362-4496-9338-8AC8C6B09D36}" type="pres">
      <dgm:prSet presAssocID="{E9EF69C3-64EB-4CB2-83A0-4351860A0064}" presName="Accent" presStyleLbl="node1" presStyleIdx="5" presStyleCnt="6"/>
      <dgm:spPr/>
    </dgm:pt>
    <dgm:pt modelId="{07199A0F-C45D-4E97-9D94-6B7D098754B8}" type="pres">
      <dgm:prSet presAssocID="{E9EF69C3-64EB-4CB2-83A0-4351860A0064}" presName="ParentBackground1" presStyleCnt="0"/>
      <dgm:spPr/>
    </dgm:pt>
    <dgm:pt modelId="{ECC993AE-B321-4B96-8D51-C22A6CA46D8B}" type="pres">
      <dgm:prSet presAssocID="{E9EF69C3-64EB-4CB2-83A0-4351860A0064}" presName="ParentBackground" presStyleLbl="fgAcc1" presStyleIdx="5" presStyleCnt="6"/>
      <dgm:spPr/>
      <dgm:t>
        <a:bodyPr/>
        <a:lstStyle/>
        <a:p>
          <a:endParaRPr lang="en-US"/>
        </a:p>
      </dgm:t>
    </dgm:pt>
    <dgm:pt modelId="{AC3D3BA2-7017-49E1-9ECF-7290342F3910}" type="pres">
      <dgm:prSet presAssocID="{E9EF69C3-64EB-4CB2-83A0-4351860A0064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3995E69-9F90-45CD-8F60-0B482AD5A15C}" srcId="{4368D1F3-0F75-43D8-8A34-3CCA42C6F02A}" destId="{97261322-AEA3-4EA4-B052-D2152210494B}" srcOrd="2" destOrd="0" parTransId="{B4231661-B91A-432C-8527-963BD5135445}" sibTransId="{3153B08A-A39F-42AE-8C05-5AB0258BDCC1}"/>
    <dgm:cxn modelId="{21715FC5-80FE-4774-B34F-ED48600943F2}" type="presOf" srcId="{E9EF69C3-64EB-4CB2-83A0-4351860A0064}" destId="{AC3D3BA2-7017-49E1-9ECF-7290342F3910}" srcOrd="1" destOrd="0" presId="urn:microsoft.com/office/officeart/2011/layout/CircleProcess"/>
    <dgm:cxn modelId="{D5B33404-D45A-4F89-BAEF-466D944CC446}" type="presOf" srcId="{F7BE2242-8A9F-46AF-986B-40C9CDC5BFFF}" destId="{05693347-9DC8-4E46-961C-0903B01CDCEC}" srcOrd="1" destOrd="0" presId="urn:microsoft.com/office/officeart/2011/layout/CircleProcess"/>
    <dgm:cxn modelId="{C6C5FEE8-086D-4474-BC08-FD7CE67AA03F}" type="presOf" srcId="{E9EF69C3-64EB-4CB2-83A0-4351860A0064}" destId="{ECC993AE-B321-4B96-8D51-C22A6CA46D8B}" srcOrd="0" destOrd="0" presId="urn:microsoft.com/office/officeart/2011/layout/CircleProcess"/>
    <dgm:cxn modelId="{839D726B-E470-4EAA-AE65-6F482F389801}" srcId="{4368D1F3-0F75-43D8-8A34-3CCA42C6F02A}" destId="{A4ACD6C5-7976-4BB8-87F4-17ECEDBE524F}" srcOrd="1" destOrd="0" parTransId="{10CA2802-3E3D-4BAC-9CD4-EEE67B507950}" sibTransId="{6932CF58-900B-4AAF-B97E-BDE18BF15942}"/>
    <dgm:cxn modelId="{8A49A5F9-89B3-4DCC-B579-6364781E2E28}" srcId="{4368D1F3-0F75-43D8-8A34-3CCA42C6F02A}" destId="{F7BE2242-8A9F-46AF-986B-40C9CDC5BFFF}" srcOrd="3" destOrd="0" parTransId="{73709EE3-70BF-4B09-86B4-F59944EB7FF2}" sibTransId="{8F88DB22-617F-4564-9C3E-8E93F2897D03}"/>
    <dgm:cxn modelId="{14C4E8E3-2906-4C7F-91A5-BD42E483C0FE}" type="presOf" srcId="{A4ACD6C5-7976-4BB8-87F4-17ECEDBE524F}" destId="{061A414A-0C26-4D3C-AD77-6793C29896FC}" srcOrd="0" destOrd="0" presId="urn:microsoft.com/office/officeart/2011/layout/CircleProcess"/>
    <dgm:cxn modelId="{0E85D17D-1A36-4550-A512-C676B0A07E15}" type="presOf" srcId="{571D7143-B74A-4E96-8EB2-E617E9CF8B3B}" destId="{E0CC6021-D82D-4C67-9699-FAFEED5CD83A}" srcOrd="0" destOrd="0" presId="urn:microsoft.com/office/officeart/2011/layout/CircleProcess"/>
    <dgm:cxn modelId="{B07E0185-9D08-40F6-AC8B-39836F3C340E}" srcId="{4368D1F3-0F75-43D8-8A34-3CCA42C6F02A}" destId="{571D7143-B74A-4E96-8EB2-E617E9CF8B3B}" srcOrd="5" destOrd="0" parTransId="{3ECEA5EF-2783-4070-99BE-EA512C034B57}" sibTransId="{B1C0523A-A462-4DE3-AAC9-DF50FEE37BBB}"/>
    <dgm:cxn modelId="{E6E855AC-C5D7-49EB-9EEA-963841AC6B74}" srcId="{4368D1F3-0F75-43D8-8A34-3CCA42C6F02A}" destId="{D15B15C9-3D58-4310-AB41-31E68EECDBD8}" srcOrd="4" destOrd="0" parTransId="{31AD1909-BC12-4238-8782-A53677131B55}" sibTransId="{727A89F4-448B-4A7E-8BE0-F8C3D150C094}"/>
    <dgm:cxn modelId="{DB33EF80-5BA7-4774-89EC-837F6FF705A4}" type="presOf" srcId="{F7BE2242-8A9F-46AF-986B-40C9CDC5BFFF}" destId="{3972F202-28DE-4924-8539-F2D4BB39BFC0}" srcOrd="0" destOrd="0" presId="urn:microsoft.com/office/officeart/2011/layout/CircleProcess"/>
    <dgm:cxn modelId="{B54E4D01-FFD8-4457-80E3-02CE63FE0A8B}" type="presOf" srcId="{571D7143-B74A-4E96-8EB2-E617E9CF8B3B}" destId="{DA15CF26-7982-46CD-A354-19EB95E215D6}" srcOrd="1" destOrd="0" presId="urn:microsoft.com/office/officeart/2011/layout/CircleProcess"/>
    <dgm:cxn modelId="{0D6F5976-4159-4700-8395-1A25BEE9CAFC}" type="presOf" srcId="{D15B15C9-3D58-4310-AB41-31E68EECDBD8}" destId="{169DFCDB-352F-4FF2-9343-36BEF78F5114}" srcOrd="0" destOrd="0" presId="urn:microsoft.com/office/officeart/2011/layout/CircleProcess"/>
    <dgm:cxn modelId="{828433E6-0FA9-46F2-902B-FA84FD98D596}" type="presOf" srcId="{A4ACD6C5-7976-4BB8-87F4-17ECEDBE524F}" destId="{BEF2E449-A38D-4FBC-9EAD-346BEDAB34F8}" srcOrd="1" destOrd="0" presId="urn:microsoft.com/office/officeart/2011/layout/CircleProcess"/>
    <dgm:cxn modelId="{2C0C5F42-CA57-42BA-A5D8-64DFF608BDB1}" type="presOf" srcId="{97261322-AEA3-4EA4-B052-D2152210494B}" destId="{B508C983-C4F3-48A1-8CAD-3D5F54D00AC8}" srcOrd="0" destOrd="0" presId="urn:microsoft.com/office/officeart/2011/layout/CircleProcess"/>
    <dgm:cxn modelId="{8333057B-E210-4BFB-B792-9A43D5FFE3F3}" type="presOf" srcId="{4368D1F3-0F75-43D8-8A34-3CCA42C6F02A}" destId="{624D43EC-C82C-49E2-971D-61221030FE3E}" srcOrd="0" destOrd="0" presId="urn:microsoft.com/office/officeart/2011/layout/CircleProcess"/>
    <dgm:cxn modelId="{4BB06D0F-91A4-494D-B8D6-254A75DE2FEC}" type="presOf" srcId="{97261322-AEA3-4EA4-B052-D2152210494B}" destId="{7EF6E507-4A44-421C-BA97-2D10371F8FB7}" srcOrd="1" destOrd="0" presId="urn:microsoft.com/office/officeart/2011/layout/CircleProcess"/>
    <dgm:cxn modelId="{B290D520-8782-4A3E-AFD1-F6ADF1E15A26}" srcId="{4368D1F3-0F75-43D8-8A34-3CCA42C6F02A}" destId="{E9EF69C3-64EB-4CB2-83A0-4351860A0064}" srcOrd="0" destOrd="0" parTransId="{6724B50B-F0F9-4502-937A-F24D01F37005}" sibTransId="{96632D39-5994-4A82-B480-A8F5815602B4}"/>
    <dgm:cxn modelId="{4FC952EA-847C-48EA-A217-202201E10F78}" type="presOf" srcId="{D15B15C9-3D58-4310-AB41-31E68EECDBD8}" destId="{EB93AEEC-8AD3-4DE8-B860-68C7EC3129DA}" srcOrd="1" destOrd="0" presId="urn:microsoft.com/office/officeart/2011/layout/CircleProcess"/>
    <dgm:cxn modelId="{594466EF-2735-4E2D-91CC-C12146C98FCE}" type="presParOf" srcId="{624D43EC-C82C-49E2-971D-61221030FE3E}" destId="{B44706A3-F5A3-458F-8859-40F86AA94569}" srcOrd="0" destOrd="0" presId="urn:microsoft.com/office/officeart/2011/layout/CircleProcess"/>
    <dgm:cxn modelId="{DA00F90F-19EB-45FF-A52A-2DA6D5BDC7ED}" type="presParOf" srcId="{B44706A3-F5A3-458F-8859-40F86AA94569}" destId="{55750511-AE1F-4A26-BAB5-8D74C7950D5F}" srcOrd="0" destOrd="0" presId="urn:microsoft.com/office/officeart/2011/layout/CircleProcess"/>
    <dgm:cxn modelId="{D7016113-E65C-4779-9CA3-C309BAC04B7E}" type="presParOf" srcId="{624D43EC-C82C-49E2-971D-61221030FE3E}" destId="{24A76468-1492-40B9-9F55-94B7AAD024D9}" srcOrd="1" destOrd="0" presId="urn:microsoft.com/office/officeart/2011/layout/CircleProcess"/>
    <dgm:cxn modelId="{2D9E38C2-6414-45EF-B61F-F8419BF258C3}" type="presParOf" srcId="{24A76468-1492-40B9-9F55-94B7AAD024D9}" destId="{E0CC6021-D82D-4C67-9699-FAFEED5CD83A}" srcOrd="0" destOrd="0" presId="urn:microsoft.com/office/officeart/2011/layout/CircleProcess"/>
    <dgm:cxn modelId="{C87C29DF-CAF7-4DC7-AEDA-C5FD4E6C81AC}" type="presParOf" srcId="{624D43EC-C82C-49E2-971D-61221030FE3E}" destId="{DA15CF26-7982-46CD-A354-19EB95E215D6}" srcOrd="2" destOrd="0" presId="urn:microsoft.com/office/officeart/2011/layout/CircleProcess"/>
    <dgm:cxn modelId="{62AFCA02-C853-47DA-8B61-E275395814AB}" type="presParOf" srcId="{624D43EC-C82C-49E2-971D-61221030FE3E}" destId="{743BC342-1D2C-4822-8C49-28369335E7CB}" srcOrd="3" destOrd="0" presId="urn:microsoft.com/office/officeart/2011/layout/CircleProcess"/>
    <dgm:cxn modelId="{2979B92E-49A6-46AD-8D17-BED6240A9FA5}" type="presParOf" srcId="{743BC342-1D2C-4822-8C49-28369335E7CB}" destId="{9F2C49CE-ABCC-4980-B55E-E1DF50FBE0D2}" srcOrd="0" destOrd="0" presId="urn:microsoft.com/office/officeart/2011/layout/CircleProcess"/>
    <dgm:cxn modelId="{08E68485-DA2A-4B7D-A7DB-877B7D5D5826}" type="presParOf" srcId="{624D43EC-C82C-49E2-971D-61221030FE3E}" destId="{5AA86DB8-7174-432A-BD69-23AAB7C7D80F}" srcOrd="4" destOrd="0" presId="urn:microsoft.com/office/officeart/2011/layout/CircleProcess"/>
    <dgm:cxn modelId="{07CDBAAE-D1DB-4019-91AD-EE189E3FF044}" type="presParOf" srcId="{5AA86DB8-7174-432A-BD69-23AAB7C7D80F}" destId="{169DFCDB-352F-4FF2-9343-36BEF78F5114}" srcOrd="0" destOrd="0" presId="urn:microsoft.com/office/officeart/2011/layout/CircleProcess"/>
    <dgm:cxn modelId="{EDD99125-4974-4087-9680-4C01E31B3DB1}" type="presParOf" srcId="{624D43EC-C82C-49E2-971D-61221030FE3E}" destId="{EB93AEEC-8AD3-4DE8-B860-68C7EC3129DA}" srcOrd="5" destOrd="0" presId="urn:microsoft.com/office/officeart/2011/layout/CircleProcess"/>
    <dgm:cxn modelId="{A7D09801-31C5-4463-A4F5-CAF4C0EED0D4}" type="presParOf" srcId="{624D43EC-C82C-49E2-971D-61221030FE3E}" destId="{FDAB19FE-5898-4AC5-8EFB-28C81ECB1833}" srcOrd="6" destOrd="0" presId="urn:microsoft.com/office/officeart/2011/layout/CircleProcess"/>
    <dgm:cxn modelId="{34F06B43-5BC5-4C11-A1D8-7EF056741BFA}" type="presParOf" srcId="{FDAB19FE-5898-4AC5-8EFB-28C81ECB1833}" destId="{D255C08A-B8AC-4C98-925C-8CD386299614}" srcOrd="0" destOrd="0" presId="urn:microsoft.com/office/officeart/2011/layout/CircleProcess"/>
    <dgm:cxn modelId="{3B766E20-0CF2-48A7-8E65-600704ADA98D}" type="presParOf" srcId="{624D43EC-C82C-49E2-971D-61221030FE3E}" destId="{5E5870F7-E11C-4510-A629-4FE9573BCF35}" srcOrd="7" destOrd="0" presId="urn:microsoft.com/office/officeart/2011/layout/CircleProcess"/>
    <dgm:cxn modelId="{83EA02DE-D4E8-4311-9EA0-B97A01FB2455}" type="presParOf" srcId="{5E5870F7-E11C-4510-A629-4FE9573BCF35}" destId="{3972F202-28DE-4924-8539-F2D4BB39BFC0}" srcOrd="0" destOrd="0" presId="urn:microsoft.com/office/officeart/2011/layout/CircleProcess"/>
    <dgm:cxn modelId="{CBE33A80-D519-4210-A06A-5CB6608F8DD4}" type="presParOf" srcId="{624D43EC-C82C-49E2-971D-61221030FE3E}" destId="{05693347-9DC8-4E46-961C-0903B01CDCEC}" srcOrd="8" destOrd="0" presId="urn:microsoft.com/office/officeart/2011/layout/CircleProcess"/>
    <dgm:cxn modelId="{87D05C3B-FE62-4B0D-8CFC-6F599348F97E}" type="presParOf" srcId="{624D43EC-C82C-49E2-971D-61221030FE3E}" destId="{EE0D157E-2AD1-43DE-8A5C-08ACF1B48B06}" srcOrd="9" destOrd="0" presId="urn:microsoft.com/office/officeart/2011/layout/CircleProcess"/>
    <dgm:cxn modelId="{B7CBE973-36C0-4F79-B12B-20F946EF815D}" type="presParOf" srcId="{EE0D157E-2AD1-43DE-8A5C-08ACF1B48B06}" destId="{F317F14E-636E-4262-8868-2E744A46B1BF}" srcOrd="0" destOrd="0" presId="urn:microsoft.com/office/officeart/2011/layout/CircleProcess"/>
    <dgm:cxn modelId="{2D33CBAE-7FE4-41EB-8F90-3E58E8D997B7}" type="presParOf" srcId="{624D43EC-C82C-49E2-971D-61221030FE3E}" destId="{A03B157B-AD95-4F32-A88C-F8C286AC9080}" srcOrd="10" destOrd="0" presId="urn:microsoft.com/office/officeart/2011/layout/CircleProcess"/>
    <dgm:cxn modelId="{E3DCA0D6-12B3-453D-B80D-03853B286683}" type="presParOf" srcId="{A03B157B-AD95-4F32-A88C-F8C286AC9080}" destId="{B508C983-C4F3-48A1-8CAD-3D5F54D00AC8}" srcOrd="0" destOrd="0" presId="urn:microsoft.com/office/officeart/2011/layout/CircleProcess"/>
    <dgm:cxn modelId="{4F6350C5-032D-49B4-A55A-852450D0523D}" type="presParOf" srcId="{624D43EC-C82C-49E2-971D-61221030FE3E}" destId="{7EF6E507-4A44-421C-BA97-2D10371F8FB7}" srcOrd="11" destOrd="0" presId="urn:microsoft.com/office/officeart/2011/layout/CircleProcess"/>
    <dgm:cxn modelId="{A2C4BAED-4097-472F-BE34-A8D7E28AEFB1}" type="presParOf" srcId="{624D43EC-C82C-49E2-971D-61221030FE3E}" destId="{B6327132-0709-4A7A-B33A-5EFCCF05818C}" srcOrd="12" destOrd="0" presId="urn:microsoft.com/office/officeart/2011/layout/CircleProcess"/>
    <dgm:cxn modelId="{F4BC7E82-34DC-42BE-92FF-1A0AFEC767A7}" type="presParOf" srcId="{B6327132-0709-4A7A-B33A-5EFCCF05818C}" destId="{C0E9BE46-A380-417A-810E-D8FD9AAD5E22}" srcOrd="0" destOrd="0" presId="urn:microsoft.com/office/officeart/2011/layout/CircleProcess"/>
    <dgm:cxn modelId="{8B3FA75D-8853-48EE-8D0B-A08D3182AFA3}" type="presParOf" srcId="{624D43EC-C82C-49E2-971D-61221030FE3E}" destId="{35171292-5429-465A-9E65-56B6F10EE06D}" srcOrd="13" destOrd="0" presId="urn:microsoft.com/office/officeart/2011/layout/CircleProcess"/>
    <dgm:cxn modelId="{96FD224B-9798-4051-9173-39A73E5C42CE}" type="presParOf" srcId="{35171292-5429-465A-9E65-56B6F10EE06D}" destId="{061A414A-0C26-4D3C-AD77-6793C29896FC}" srcOrd="0" destOrd="0" presId="urn:microsoft.com/office/officeart/2011/layout/CircleProcess"/>
    <dgm:cxn modelId="{212974EF-0792-4C5C-8350-6C99B4DFBD81}" type="presParOf" srcId="{624D43EC-C82C-49E2-971D-61221030FE3E}" destId="{BEF2E449-A38D-4FBC-9EAD-346BEDAB34F8}" srcOrd="14" destOrd="0" presId="urn:microsoft.com/office/officeart/2011/layout/CircleProcess"/>
    <dgm:cxn modelId="{7FE46708-B1E8-42AC-A939-310EF544B0A8}" type="presParOf" srcId="{624D43EC-C82C-49E2-971D-61221030FE3E}" destId="{E1293D5E-983C-4F47-84A1-5ECF2F8589E6}" srcOrd="15" destOrd="0" presId="urn:microsoft.com/office/officeart/2011/layout/CircleProcess"/>
    <dgm:cxn modelId="{A8AAE2D9-CFC3-425F-B988-C8E9B9566A11}" type="presParOf" srcId="{E1293D5E-983C-4F47-84A1-5ECF2F8589E6}" destId="{669F12BC-3362-4496-9338-8AC8C6B09D36}" srcOrd="0" destOrd="0" presId="urn:microsoft.com/office/officeart/2011/layout/CircleProcess"/>
    <dgm:cxn modelId="{8CE25C8F-8BB1-41E4-BB6C-BDF1FD87D1BF}" type="presParOf" srcId="{624D43EC-C82C-49E2-971D-61221030FE3E}" destId="{07199A0F-C45D-4E97-9D94-6B7D098754B8}" srcOrd="16" destOrd="0" presId="urn:microsoft.com/office/officeart/2011/layout/CircleProcess"/>
    <dgm:cxn modelId="{C03C43BE-09B0-4533-8591-ABA2997198F0}" type="presParOf" srcId="{07199A0F-C45D-4E97-9D94-6B7D098754B8}" destId="{ECC993AE-B321-4B96-8D51-C22A6CA46D8B}" srcOrd="0" destOrd="0" presId="urn:microsoft.com/office/officeart/2011/layout/CircleProcess"/>
    <dgm:cxn modelId="{2D3A12AD-4437-4526-8D9B-DC46AA9C29B4}" type="presParOf" srcId="{624D43EC-C82C-49E2-971D-61221030FE3E}" destId="{AC3D3BA2-7017-49E1-9ECF-7290342F3910}" srcOrd="17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78686F3-6103-40E2-9B61-0C26DE397733}" type="doc">
      <dgm:prSet loTypeId="urn:microsoft.com/office/officeart/2009/layout/CircleArrowProcess" loCatId="cycle" qsTypeId="urn:microsoft.com/office/officeart/2005/8/quickstyle/3d5" qsCatId="3D" csTypeId="urn:microsoft.com/office/officeart/2005/8/colors/accent1_2" csCatId="accent1" phldr="1"/>
      <dgm:spPr/>
    </dgm:pt>
    <dgm:pt modelId="{CD5F7734-3638-4F8A-B358-6AF31EB41A98}">
      <dgm:prSet phldrT="[Text]" custT="1"/>
      <dgm:spPr/>
      <dgm:t>
        <a:bodyPr/>
        <a:lstStyle/>
        <a:p>
          <a:r>
            <a:rPr lang="en-US" sz="16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Transactional Processing System (TPS)</a:t>
          </a:r>
          <a:endParaRPr lang="en-US" sz="16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72BA35AC-59EA-45A5-97CE-48142ECE25EA}" type="parTrans" cxnId="{86B71FF8-92B3-479F-943B-B3E2FABCC9C0}">
      <dgm:prSet/>
      <dgm:spPr/>
      <dgm:t>
        <a:bodyPr/>
        <a:lstStyle/>
        <a:p>
          <a:endParaRPr lang="en-US" sz="16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8547B7DE-654E-49C9-BDFA-CDAAB69AAE8B}" type="sibTrans" cxnId="{86B71FF8-92B3-479F-943B-B3E2FABCC9C0}">
      <dgm:prSet/>
      <dgm:spPr/>
      <dgm:t>
        <a:bodyPr/>
        <a:lstStyle/>
        <a:p>
          <a:endParaRPr lang="en-US" sz="16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0B54A376-ABC4-4E2D-B3A9-10517F4DD1DF}">
      <dgm:prSet phldrT="[Text]" custT="1"/>
      <dgm:spPr/>
      <dgm:t>
        <a:bodyPr/>
        <a:lstStyle/>
        <a:p>
          <a:r>
            <a:rPr lang="en-US" sz="16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Executive Support System</a:t>
          </a:r>
          <a:endParaRPr lang="en-US" sz="16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2DF56387-FC05-4421-B32E-5D6855454143}" type="parTrans" cxnId="{D0DB37C5-0CF3-4E74-A0C7-ED5000133826}">
      <dgm:prSet/>
      <dgm:spPr/>
      <dgm:t>
        <a:bodyPr/>
        <a:lstStyle/>
        <a:p>
          <a:endParaRPr lang="en-US" sz="16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8FB14B18-682A-494C-B80B-16C225D4AF9C}" type="sibTrans" cxnId="{D0DB37C5-0CF3-4E74-A0C7-ED5000133826}">
      <dgm:prSet/>
      <dgm:spPr/>
      <dgm:t>
        <a:bodyPr/>
        <a:lstStyle/>
        <a:p>
          <a:endParaRPr lang="en-US" sz="16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3A10A289-C6BE-473A-A7DF-D12092BE4B28}">
      <dgm:prSet phldrT="[Text]" custT="1"/>
      <dgm:spPr/>
      <dgm:t>
        <a:bodyPr/>
        <a:lstStyle/>
        <a:p>
          <a:r>
            <a:rPr lang="en-US" sz="16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Management Information System (MIS)</a:t>
          </a:r>
          <a:endParaRPr lang="en-US" sz="16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2205DA24-5FEC-41AE-9F9F-48019286BF6E}" type="parTrans" cxnId="{954101A8-0131-4EAB-B577-6865840FFE06}">
      <dgm:prSet/>
      <dgm:spPr/>
      <dgm:t>
        <a:bodyPr/>
        <a:lstStyle/>
        <a:p>
          <a:endParaRPr lang="en-US" sz="16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2D3DA309-E718-4F81-9775-2A9CE475017A}" type="sibTrans" cxnId="{954101A8-0131-4EAB-B577-6865840FFE06}">
      <dgm:prSet/>
      <dgm:spPr/>
      <dgm:t>
        <a:bodyPr/>
        <a:lstStyle/>
        <a:p>
          <a:endParaRPr lang="en-US" sz="16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17FA463F-EA67-4E96-98BD-52C530B0C508}">
      <dgm:prSet phldrT="[Text]" custT="1"/>
      <dgm:spPr/>
      <dgm:t>
        <a:bodyPr/>
        <a:lstStyle/>
        <a:p>
          <a:r>
            <a:rPr lang="en-US" sz="16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Decision Support System (DSS)</a:t>
          </a:r>
          <a:endParaRPr lang="en-US" sz="16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27DD970C-732A-4E3E-B4BB-2758193B5879}" type="parTrans" cxnId="{347D8676-F8B3-4ABF-828F-208020B2641B}">
      <dgm:prSet/>
      <dgm:spPr/>
      <dgm:t>
        <a:bodyPr/>
        <a:lstStyle/>
        <a:p>
          <a:endParaRPr lang="en-US"/>
        </a:p>
      </dgm:t>
    </dgm:pt>
    <dgm:pt modelId="{A936299C-E107-4392-8D3E-185EAED1DABC}" type="sibTrans" cxnId="{347D8676-F8B3-4ABF-828F-208020B2641B}">
      <dgm:prSet/>
      <dgm:spPr/>
      <dgm:t>
        <a:bodyPr/>
        <a:lstStyle/>
        <a:p>
          <a:endParaRPr lang="en-US"/>
        </a:p>
      </dgm:t>
    </dgm:pt>
    <dgm:pt modelId="{F87030F3-B412-4BA4-A56B-9E57B2CFEBDB}" type="pres">
      <dgm:prSet presAssocID="{178686F3-6103-40E2-9B61-0C26DE397733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A8A58823-34D8-40FE-9F86-0446BD915AFD}" type="pres">
      <dgm:prSet presAssocID="{CD5F7734-3638-4F8A-B358-6AF31EB41A98}" presName="Accent1" presStyleCnt="0"/>
      <dgm:spPr/>
    </dgm:pt>
    <dgm:pt modelId="{A6F86C1F-F059-4CF3-9C8E-82BBE09CED28}" type="pres">
      <dgm:prSet presAssocID="{CD5F7734-3638-4F8A-B358-6AF31EB41A98}" presName="Accent" presStyleLbl="node1" presStyleIdx="0" presStyleCnt="4"/>
      <dgm:spPr/>
    </dgm:pt>
    <dgm:pt modelId="{80589D79-1C38-4DFE-83D1-7BADC579E23C}" type="pres">
      <dgm:prSet presAssocID="{CD5F7734-3638-4F8A-B358-6AF31EB41A98}" presName="Parent1" presStyleLbl="revTx" presStyleIdx="0" presStyleCnt="4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F818000-77F9-4480-84F3-40DF3E861FDC}" type="pres">
      <dgm:prSet presAssocID="{17FA463F-EA67-4E96-98BD-52C530B0C508}" presName="Accent2" presStyleCnt="0"/>
      <dgm:spPr/>
    </dgm:pt>
    <dgm:pt modelId="{28B7AB42-B0E6-4A6E-847F-14E16C41D63C}" type="pres">
      <dgm:prSet presAssocID="{17FA463F-EA67-4E96-98BD-52C530B0C508}" presName="Accent" presStyleLbl="node1" presStyleIdx="1" presStyleCnt="4"/>
      <dgm:spPr/>
    </dgm:pt>
    <dgm:pt modelId="{4AC6221E-D392-494A-A6F0-A5A00F6272AC}" type="pres">
      <dgm:prSet presAssocID="{17FA463F-EA67-4E96-98BD-52C530B0C508}" presName="Parent2" presStyleLbl="revTx" presStyleIdx="1" presStyleCnt="4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53A649B-407B-472C-867E-389AB47BC222}" type="pres">
      <dgm:prSet presAssocID="{0B54A376-ABC4-4E2D-B3A9-10517F4DD1DF}" presName="Accent3" presStyleCnt="0"/>
      <dgm:spPr/>
    </dgm:pt>
    <dgm:pt modelId="{0239258B-ADE8-465E-9B91-5068A1CF2BE1}" type="pres">
      <dgm:prSet presAssocID="{0B54A376-ABC4-4E2D-B3A9-10517F4DD1DF}" presName="Accent" presStyleLbl="node1" presStyleIdx="2" presStyleCnt="4"/>
      <dgm:spPr/>
    </dgm:pt>
    <dgm:pt modelId="{F5275727-7B66-4420-B6E5-F042B11011C2}" type="pres">
      <dgm:prSet presAssocID="{0B54A376-ABC4-4E2D-B3A9-10517F4DD1DF}" presName="Parent3" presStyleLbl="revTx" presStyleIdx="2" presStyleCnt="4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7B9BA8E-4D08-4E1E-BC74-6712229D8171}" type="pres">
      <dgm:prSet presAssocID="{3A10A289-C6BE-473A-A7DF-D12092BE4B28}" presName="Accent4" presStyleCnt="0"/>
      <dgm:spPr/>
    </dgm:pt>
    <dgm:pt modelId="{B4F83BD7-4BB8-46D1-870A-FD77DAA93243}" type="pres">
      <dgm:prSet presAssocID="{3A10A289-C6BE-473A-A7DF-D12092BE4B28}" presName="Accent" presStyleLbl="node1" presStyleIdx="3" presStyleCnt="4"/>
      <dgm:spPr/>
    </dgm:pt>
    <dgm:pt modelId="{AA2E8D2A-5EE2-4633-95E0-480226B083CE}" type="pres">
      <dgm:prSet presAssocID="{3A10A289-C6BE-473A-A7DF-D12092BE4B28}" presName="Parent4" presStyleLbl="revTx" presStyleIdx="3" presStyleCnt="4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5C51EFA-9FDE-4DFD-A996-5CEEEB7C2E53}" type="presOf" srcId="{0B54A376-ABC4-4E2D-B3A9-10517F4DD1DF}" destId="{F5275727-7B66-4420-B6E5-F042B11011C2}" srcOrd="0" destOrd="0" presId="urn:microsoft.com/office/officeart/2009/layout/CircleArrowProcess"/>
    <dgm:cxn modelId="{729D5A4D-F9A5-43D8-9BCD-BC2CAFE1F5E5}" type="presOf" srcId="{3A10A289-C6BE-473A-A7DF-D12092BE4B28}" destId="{AA2E8D2A-5EE2-4633-95E0-480226B083CE}" srcOrd="0" destOrd="0" presId="urn:microsoft.com/office/officeart/2009/layout/CircleArrowProcess"/>
    <dgm:cxn modelId="{954101A8-0131-4EAB-B577-6865840FFE06}" srcId="{178686F3-6103-40E2-9B61-0C26DE397733}" destId="{3A10A289-C6BE-473A-A7DF-D12092BE4B28}" srcOrd="3" destOrd="0" parTransId="{2205DA24-5FEC-41AE-9F9F-48019286BF6E}" sibTransId="{2D3DA309-E718-4F81-9775-2A9CE475017A}"/>
    <dgm:cxn modelId="{BFECC88C-7CB6-44F9-8DD8-FC0C8A771A34}" type="presOf" srcId="{CD5F7734-3638-4F8A-B358-6AF31EB41A98}" destId="{80589D79-1C38-4DFE-83D1-7BADC579E23C}" srcOrd="0" destOrd="0" presId="urn:microsoft.com/office/officeart/2009/layout/CircleArrowProcess"/>
    <dgm:cxn modelId="{86B71FF8-92B3-479F-943B-B3E2FABCC9C0}" srcId="{178686F3-6103-40E2-9B61-0C26DE397733}" destId="{CD5F7734-3638-4F8A-B358-6AF31EB41A98}" srcOrd="0" destOrd="0" parTransId="{72BA35AC-59EA-45A5-97CE-48142ECE25EA}" sibTransId="{8547B7DE-654E-49C9-BDFA-CDAAB69AAE8B}"/>
    <dgm:cxn modelId="{347D8676-F8B3-4ABF-828F-208020B2641B}" srcId="{178686F3-6103-40E2-9B61-0C26DE397733}" destId="{17FA463F-EA67-4E96-98BD-52C530B0C508}" srcOrd="1" destOrd="0" parTransId="{27DD970C-732A-4E3E-B4BB-2758193B5879}" sibTransId="{A936299C-E107-4392-8D3E-185EAED1DABC}"/>
    <dgm:cxn modelId="{D0DB37C5-0CF3-4E74-A0C7-ED5000133826}" srcId="{178686F3-6103-40E2-9B61-0C26DE397733}" destId="{0B54A376-ABC4-4E2D-B3A9-10517F4DD1DF}" srcOrd="2" destOrd="0" parTransId="{2DF56387-FC05-4421-B32E-5D6855454143}" sibTransId="{8FB14B18-682A-494C-B80B-16C225D4AF9C}"/>
    <dgm:cxn modelId="{B2E6AB9B-E9B3-4981-AB09-EF28381F9FD1}" type="presOf" srcId="{17FA463F-EA67-4E96-98BD-52C530B0C508}" destId="{4AC6221E-D392-494A-A6F0-A5A00F6272AC}" srcOrd="0" destOrd="0" presId="urn:microsoft.com/office/officeart/2009/layout/CircleArrowProcess"/>
    <dgm:cxn modelId="{6FD779B7-FF0A-4FBF-8CD5-C8938F0536B1}" type="presOf" srcId="{178686F3-6103-40E2-9B61-0C26DE397733}" destId="{F87030F3-B412-4BA4-A56B-9E57B2CFEBDB}" srcOrd="0" destOrd="0" presId="urn:microsoft.com/office/officeart/2009/layout/CircleArrowProcess"/>
    <dgm:cxn modelId="{A931B823-DBE2-47D8-AB4F-362ACE63256B}" type="presParOf" srcId="{F87030F3-B412-4BA4-A56B-9E57B2CFEBDB}" destId="{A8A58823-34D8-40FE-9F86-0446BD915AFD}" srcOrd="0" destOrd="0" presId="urn:microsoft.com/office/officeart/2009/layout/CircleArrowProcess"/>
    <dgm:cxn modelId="{DF8CE5AD-CADF-4B4F-9A03-D956922C2E68}" type="presParOf" srcId="{A8A58823-34D8-40FE-9F86-0446BD915AFD}" destId="{A6F86C1F-F059-4CF3-9C8E-82BBE09CED28}" srcOrd="0" destOrd="0" presId="urn:microsoft.com/office/officeart/2009/layout/CircleArrowProcess"/>
    <dgm:cxn modelId="{60199C81-DC28-4C7F-8E9C-6C2AA10D7F09}" type="presParOf" srcId="{F87030F3-B412-4BA4-A56B-9E57B2CFEBDB}" destId="{80589D79-1C38-4DFE-83D1-7BADC579E23C}" srcOrd="1" destOrd="0" presId="urn:microsoft.com/office/officeart/2009/layout/CircleArrowProcess"/>
    <dgm:cxn modelId="{10B08012-A06F-4EB7-904F-73AFC991ACE1}" type="presParOf" srcId="{F87030F3-B412-4BA4-A56B-9E57B2CFEBDB}" destId="{FF818000-77F9-4480-84F3-40DF3E861FDC}" srcOrd="2" destOrd="0" presId="urn:microsoft.com/office/officeart/2009/layout/CircleArrowProcess"/>
    <dgm:cxn modelId="{F966AD93-CD6A-475A-900E-C683AC4E146C}" type="presParOf" srcId="{FF818000-77F9-4480-84F3-40DF3E861FDC}" destId="{28B7AB42-B0E6-4A6E-847F-14E16C41D63C}" srcOrd="0" destOrd="0" presId="urn:microsoft.com/office/officeart/2009/layout/CircleArrowProcess"/>
    <dgm:cxn modelId="{2362211F-6437-45C0-80F8-4901AC95E691}" type="presParOf" srcId="{F87030F3-B412-4BA4-A56B-9E57B2CFEBDB}" destId="{4AC6221E-D392-494A-A6F0-A5A00F6272AC}" srcOrd="3" destOrd="0" presId="urn:microsoft.com/office/officeart/2009/layout/CircleArrowProcess"/>
    <dgm:cxn modelId="{9C59FEE9-5257-4F51-934C-E0D727619987}" type="presParOf" srcId="{F87030F3-B412-4BA4-A56B-9E57B2CFEBDB}" destId="{D53A649B-407B-472C-867E-389AB47BC222}" srcOrd="4" destOrd="0" presId="urn:microsoft.com/office/officeart/2009/layout/CircleArrowProcess"/>
    <dgm:cxn modelId="{F878080B-82BE-47D7-B40E-F58046D8EA79}" type="presParOf" srcId="{D53A649B-407B-472C-867E-389AB47BC222}" destId="{0239258B-ADE8-465E-9B91-5068A1CF2BE1}" srcOrd="0" destOrd="0" presId="urn:microsoft.com/office/officeart/2009/layout/CircleArrowProcess"/>
    <dgm:cxn modelId="{8E519C16-58F2-4951-B945-46229DA2B671}" type="presParOf" srcId="{F87030F3-B412-4BA4-A56B-9E57B2CFEBDB}" destId="{F5275727-7B66-4420-B6E5-F042B11011C2}" srcOrd="5" destOrd="0" presId="urn:microsoft.com/office/officeart/2009/layout/CircleArrowProcess"/>
    <dgm:cxn modelId="{134EAE6E-7FFD-4E26-8D56-8703FCCB0124}" type="presParOf" srcId="{F87030F3-B412-4BA4-A56B-9E57B2CFEBDB}" destId="{47B9BA8E-4D08-4E1E-BC74-6712229D8171}" srcOrd="6" destOrd="0" presId="urn:microsoft.com/office/officeart/2009/layout/CircleArrowProcess"/>
    <dgm:cxn modelId="{8B808C33-3F29-4DFA-B4C9-8A97D699DEE4}" type="presParOf" srcId="{47B9BA8E-4D08-4E1E-BC74-6712229D8171}" destId="{B4F83BD7-4BB8-46D1-870A-FD77DAA93243}" srcOrd="0" destOrd="0" presId="urn:microsoft.com/office/officeart/2009/layout/CircleArrowProcess"/>
    <dgm:cxn modelId="{6E516760-04B2-4E99-A638-BF6304855111}" type="presParOf" srcId="{F87030F3-B412-4BA4-A56B-9E57B2CFEBDB}" destId="{AA2E8D2A-5EE2-4633-95E0-480226B083CE}" srcOrd="7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E9857F5-4DE9-4B0A-A816-035CD2765632}" type="doc">
      <dgm:prSet loTypeId="urn:microsoft.com/office/officeart/2005/8/layout/equation2" loCatId="process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0ADD347-F37F-45E6-AE5D-6F29E8EDEA4B}">
      <dgm:prSet phldrT="[Text]"/>
      <dgm:spPr/>
      <dgm:t>
        <a:bodyPr/>
        <a:lstStyle/>
        <a:p>
          <a:r>
            <a:rPr lang="en-GB" dirty="0" smtClean="0"/>
            <a:t>manufacturing and production</a:t>
          </a:r>
          <a:endParaRPr lang="en-US" dirty="0"/>
        </a:p>
      </dgm:t>
    </dgm:pt>
    <dgm:pt modelId="{7E3A1D96-7CA9-4BA3-BE30-9436C9729175}" type="parTrans" cxnId="{20EC44AD-B3EB-4E82-9DA4-967B48959A1E}">
      <dgm:prSet/>
      <dgm:spPr/>
      <dgm:t>
        <a:bodyPr/>
        <a:lstStyle/>
        <a:p>
          <a:endParaRPr lang="en-US"/>
        </a:p>
      </dgm:t>
    </dgm:pt>
    <dgm:pt modelId="{37E9A862-65C7-4682-9086-DB176BD50900}" type="sibTrans" cxnId="{20EC44AD-B3EB-4E82-9DA4-967B48959A1E}">
      <dgm:prSet/>
      <dgm:spPr/>
      <dgm:t>
        <a:bodyPr/>
        <a:lstStyle/>
        <a:p>
          <a:endParaRPr lang="en-US"/>
        </a:p>
      </dgm:t>
    </dgm:pt>
    <dgm:pt modelId="{4DF014FB-076C-465C-8BC7-DD1E468A5323}">
      <dgm:prSet phldrT="[Text]"/>
      <dgm:spPr/>
      <dgm:t>
        <a:bodyPr/>
        <a:lstStyle/>
        <a:p>
          <a:r>
            <a:rPr lang="en-GB" dirty="0" smtClean="0"/>
            <a:t>sales and marketing</a:t>
          </a:r>
          <a:endParaRPr lang="en-US" dirty="0"/>
        </a:p>
      </dgm:t>
    </dgm:pt>
    <dgm:pt modelId="{928734DE-6936-449A-A351-5E6493A337C8}" type="parTrans" cxnId="{9DDF286A-EC6C-4861-B87E-89E67804CAC4}">
      <dgm:prSet/>
      <dgm:spPr/>
      <dgm:t>
        <a:bodyPr/>
        <a:lstStyle/>
        <a:p>
          <a:endParaRPr lang="en-US"/>
        </a:p>
      </dgm:t>
    </dgm:pt>
    <dgm:pt modelId="{232B4AD2-01CE-413D-BC1F-D7F6BD81CC0D}" type="sibTrans" cxnId="{9DDF286A-EC6C-4861-B87E-89E67804CAC4}">
      <dgm:prSet/>
      <dgm:spPr/>
      <dgm:t>
        <a:bodyPr/>
        <a:lstStyle/>
        <a:p>
          <a:endParaRPr lang="en-US"/>
        </a:p>
      </dgm:t>
    </dgm:pt>
    <dgm:pt modelId="{FF81F6BA-043A-44E6-99BB-79C415C688C1}">
      <dgm:prSet phldrT="[Text]"/>
      <dgm:spPr/>
      <dgm:t>
        <a:bodyPr/>
        <a:lstStyle/>
        <a:p>
          <a:r>
            <a:rPr lang="en-US" dirty="0" smtClean="0"/>
            <a:t>ERP</a:t>
          </a:r>
          <a:endParaRPr lang="en-US" dirty="0"/>
        </a:p>
      </dgm:t>
    </dgm:pt>
    <dgm:pt modelId="{60FC2C36-8CF5-4F1C-9B85-2111012882A1}" type="parTrans" cxnId="{5CA9F6BB-97EF-4EEE-B770-3C96DC4DBD25}">
      <dgm:prSet/>
      <dgm:spPr/>
      <dgm:t>
        <a:bodyPr/>
        <a:lstStyle/>
        <a:p>
          <a:endParaRPr lang="en-US"/>
        </a:p>
      </dgm:t>
    </dgm:pt>
    <dgm:pt modelId="{EEE0EE03-41EE-45B5-B0F0-048EC07D3F35}" type="sibTrans" cxnId="{5CA9F6BB-97EF-4EEE-B770-3C96DC4DBD25}">
      <dgm:prSet/>
      <dgm:spPr/>
      <dgm:t>
        <a:bodyPr/>
        <a:lstStyle/>
        <a:p>
          <a:endParaRPr lang="en-US"/>
        </a:p>
      </dgm:t>
    </dgm:pt>
    <dgm:pt modelId="{186A5D0D-F308-4920-B0D2-2E534F7E9F94}">
      <dgm:prSet phldrT="[Text]"/>
      <dgm:spPr/>
      <dgm:t>
        <a:bodyPr/>
        <a:lstStyle/>
        <a:p>
          <a:r>
            <a:rPr lang="en-GB" dirty="0" smtClean="0"/>
            <a:t>finance and accounting</a:t>
          </a:r>
          <a:endParaRPr lang="en-US" dirty="0"/>
        </a:p>
      </dgm:t>
    </dgm:pt>
    <dgm:pt modelId="{60A6A017-7491-4FD1-B690-69F3E8856813}" type="parTrans" cxnId="{1C4741C6-3F24-4ACE-9BFD-724AD5377124}">
      <dgm:prSet/>
      <dgm:spPr/>
      <dgm:t>
        <a:bodyPr/>
        <a:lstStyle/>
        <a:p>
          <a:endParaRPr lang="en-US"/>
        </a:p>
      </dgm:t>
    </dgm:pt>
    <dgm:pt modelId="{8D5A84D0-7C50-42C4-9282-69DAA1703601}" type="sibTrans" cxnId="{1C4741C6-3F24-4ACE-9BFD-724AD5377124}">
      <dgm:prSet/>
      <dgm:spPr/>
      <dgm:t>
        <a:bodyPr/>
        <a:lstStyle/>
        <a:p>
          <a:endParaRPr lang="en-US"/>
        </a:p>
      </dgm:t>
    </dgm:pt>
    <dgm:pt modelId="{A5D770E0-2CE1-4F67-839F-D6F7B2ADB994}">
      <dgm:prSet phldrT="[Text]"/>
      <dgm:spPr/>
      <dgm:t>
        <a:bodyPr/>
        <a:lstStyle/>
        <a:p>
          <a:r>
            <a:rPr lang="en-US" dirty="0" smtClean="0"/>
            <a:t>Human resources</a:t>
          </a:r>
          <a:endParaRPr lang="en-US" dirty="0"/>
        </a:p>
      </dgm:t>
    </dgm:pt>
    <dgm:pt modelId="{367BB30D-438C-41AA-8F60-05D7D3AA7291}" type="parTrans" cxnId="{AA29F7A9-19D2-45F5-87FF-9F94EDF0A5EC}">
      <dgm:prSet/>
      <dgm:spPr/>
      <dgm:t>
        <a:bodyPr/>
        <a:lstStyle/>
        <a:p>
          <a:endParaRPr lang="en-US"/>
        </a:p>
      </dgm:t>
    </dgm:pt>
    <dgm:pt modelId="{C3DC6C98-E540-40A8-AD7E-D1679A1DF0C7}" type="sibTrans" cxnId="{AA29F7A9-19D2-45F5-87FF-9F94EDF0A5EC}">
      <dgm:prSet/>
      <dgm:spPr/>
      <dgm:t>
        <a:bodyPr/>
        <a:lstStyle/>
        <a:p>
          <a:endParaRPr lang="en-US"/>
        </a:p>
      </dgm:t>
    </dgm:pt>
    <dgm:pt modelId="{17B3DE11-3C4F-404B-B07A-1EF6E9A0E1D7}" type="pres">
      <dgm:prSet presAssocID="{7E9857F5-4DE9-4B0A-A816-035CD2765632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E0E4B15-1DD1-46DB-AB69-61CCF63C32AC}" type="pres">
      <dgm:prSet presAssocID="{7E9857F5-4DE9-4B0A-A816-035CD2765632}" presName="vNodes" presStyleCnt="0"/>
      <dgm:spPr/>
    </dgm:pt>
    <dgm:pt modelId="{11454237-37AE-4F88-8964-5E5B8490AF17}" type="pres">
      <dgm:prSet presAssocID="{40ADD347-F37F-45E6-AE5D-6F29E8EDEA4B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CB53E9A-8DB7-4B21-BAF7-B9A0358F6847}" type="pres">
      <dgm:prSet presAssocID="{37E9A862-65C7-4682-9086-DB176BD50900}" presName="spacerT" presStyleCnt="0"/>
      <dgm:spPr/>
    </dgm:pt>
    <dgm:pt modelId="{D20632B0-0357-40BA-9625-9165F2AE79A1}" type="pres">
      <dgm:prSet presAssocID="{37E9A862-65C7-4682-9086-DB176BD50900}" presName="sibTrans" presStyleLbl="sibTrans2D1" presStyleIdx="0" presStyleCnt="4"/>
      <dgm:spPr/>
      <dgm:t>
        <a:bodyPr/>
        <a:lstStyle/>
        <a:p>
          <a:endParaRPr lang="en-US"/>
        </a:p>
      </dgm:t>
    </dgm:pt>
    <dgm:pt modelId="{D8915491-2894-429E-9F49-43C7BEE88447}" type="pres">
      <dgm:prSet presAssocID="{37E9A862-65C7-4682-9086-DB176BD50900}" presName="spacerB" presStyleCnt="0"/>
      <dgm:spPr/>
    </dgm:pt>
    <dgm:pt modelId="{81CB1FB8-380A-412A-B2CA-86778331DB26}" type="pres">
      <dgm:prSet presAssocID="{186A5D0D-F308-4920-B0D2-2E534F7E9F94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F171608-6AEE-4293-ABDC-129EA1C27B8E}" type="pres">
      <dgm:prSet presAssocID="{8D5A84D0-7C50-42C4-9282-69DAA1703601}" presName="spacerT" presStyleCnt="0"/>
      <dgm:spPr/>
    </dgm:pt>
    <dgm:pt modelId="{2C1A42D2-EA44-4922-8AB4-B9C50C9102D9}" type="pres">
      <dgm:prSet presAssocID="{8D5A84D0-7C50-42C4-9282-69DAA1703601}" presName="sibTrans" presStyleLbl="sibTrans2D1" presStyleIdx="1" presStyleCnt="4"/>
      <dgm:spPr/>
      <dgm:t>
        <a:bodyPr/>
        <a:lstStyle/>
        <a:p>
          <a:endParaRPr lang="en-US"/>
        </a:p>
      </dgm:t>
    </dgm:pt>
    <dgm:pt modelId="{AC7FF151-42E8-4FBE-B409-22F51E2D6ABE}" type="pres">
      <dgm:prSet presAssocID="{8D5A84D0-7C50-42C4-9282-69DAA1703601}" presName="spacerB" presStyleCnt="0"/>
      <dgm:spPr/>
    </dgm:pt>
    <dgm:pt modelId="{F7FA4DD9-85B8-4EA8-9F2F-1A12200AF703}" type="pres">
      <dgm:prSet presAssocID="{4DF014FB-076C-465C-8BC7-DD1E468A5323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BED4E18-7DF2-48A5-8BA7-BDBEF004C927}" type="pres">
      <dgm:prSet presAssocID="{232B4AD2-01CE-413D-BC1F-D7F6BD81CC0D}" presName="spacerT" presStyleCnt="0"/>
      <dgm:spPr/>
    </dgm:pt>
    <dgm:pt modelId="{CBDCAEC4-B89E-416A-9EC5-8823FAE6E2B0}" type="pres">
      <dgm:prSet presAssocID="{232B4AD2-01CE-413D-BC1F-D7F6BD81CC0D}" presName="sibTrans" presStyleLbl="sibTrans2D1" presStyleIdx="2" presStyleCnt="4"/>
      <dgm:spPr/>
      <dgm:t>
        <a:bodyPr/>
        <a:lstStyle/>
        <a:p>
          <a:endParaRPr lang="en-US"/>
        </a:p>
      </dgm:t>
    </dgm:pt>
    <dgm:pt modelId="{3DD94725-1C9C-4307-BF26-B752202B0538}" type="pres">
      <dgm:prSet presAssocID="{232B4AD2-01CE-413D-BC1F-D7F6BD81CC0D}" presName="spacerB" presStyleCnt="0"/>
      <dgm:spPr/>
    </dgm:pt>
    <dgm:pt modelId="{4EB9A16A-580D-4760-B090-F9BEAE71A7EA}" type="pres">
      <dgm:prSet presAssocID="{A5D770E0-2CE1-4F67-839F-D6F7B2ADB994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3FCC13D-AFC5-4B8C-911C-274EA59E0317}" type="pres">
      <dgm:prSet presAssocID="{7E9857F5-4DE9-4B0A-A816-035CD2765632}" presName="sibTransLast" presStyleLbl="sibTrans2D1" presStyleIdx="3" presStyleCnt="4"/>
      <dgm:spPr/>
      <dgm:t>
        <a:bodyPr/>
        <a:lstStyle/>
        <a:p>
          <a:endParaRPr lang="en-US"/>
        </a:p>
      </dgm:t>
    </dgm:pt>
    <dgm:pt modelId="{8924D542-BFC7-461E-8838-592597A8D536}" type="pres">
      <dgm:prSet presAssocID="{7E9857F5-4DE9-4B0A-A816-035CD2765632}" presName="connectorText" presStyleLbl="sibTrans2D1" presStyleIdx="3" presStyleCnt="4"/>
      <dgm:spPr/>
      <dgm:t>
        <a:bodyPr/>
        <a:lstStyle/>
        <a:p>
          <a:endParaRPr lang="en-US"/>
        </a:p>
      </dgm:t>
    </dgm:pt>
    <dgm:pt modelId="{AFE27B7E-A4ED-478D-B7A2-93EB31B483CA}" type="pres">
      <dgm:prSet presAssocID="{7E9857F5-4DE9-4B0A-A816-035CD2765632}" presName="last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A5001B7-8F3C-43A2-8438-8B8CCF4420A7}" type="presOf" srcId="{A5D770E0-2CE1-4F67-839F-D6F7B2ADB994}" destId="{4EB9A16A-580D-4760-B090-F9BEAE71A7EA}" srcOrd="0" destOrd="0" presId="urn:microsoft.com/office/officeart/2005/8/layout/equation2"/>
    <dgm:cxn modelId="{D1979D36-E260-43C1-A83F-0470F2C3ACB3}" type="presOf" srcId="{FF81F6BA-043A-44E6-99BB-79C415C688C1}" destId="{AFE27B7E-A4ED-478D-B7A2-93EB31B483CA}" srcOrd="0" destOrd="0" presId="urn:microsoft.com/office/officeart/2005/8/layout/equation2"/>
    <dgm:cxn modelId="{9DDF286A-EC6C-4861-B87E-89E67804CAC4}" srcId="{7E9857F5-4DE9-4B0A-A816-035CD2765632}" destId="{4DF014FB-076C-465C-8BC7-DD1E468A5323}" srcOrd="2" destOrd="0" parTransId="{928734DE-6936-449A-A351-5E6493A337C8}" sibTransId="{232B4AD2-01CE-413D-BC1F-D7F6BD81CC0D}"/>
    <dgm:cxn modelId="{C695C60F-2DFD-4C6C-881D-A03A24912252}" type="presOf" srcId="{186A5D0D-F308-4920-B0D2-2E534F7E9F94}" destId="{81CB1FB8-380A-412A-B2CA-86778331DB26}" srcOrd="0" destOrd="0" presId="urn:microsoft.com/office/officeart/2005/8/layout/equation2"/>
    <dgm:cxn modelId="{61D2A947-6733-4042-B3F2-52644EB73A2A}" type="presOf" srcId="{7E9857F5-4DE9-4B0A-A816-035CD2765632}" destId="{17B3DE11-3C4F-404B-B07A-1EF6E9A0E1D7}" srcOrd="0" destOrd="0" presId="urn:microsoft.com/office/officeart/2005/8/layout/equation2"/>
    <dgm:cxn modelId="{B6CF35EA-33DF-47D7-9541-8EB4CE783F06}" type="presOf" srcId="{C3DC6C98-E540-40A8-AD7E-D1679A1DF0C7}" destId="{8924D542-BFC7-461E-8838-592597A8D536}" srcOrd="1" destOrd="0" presId="urn:microsoft.com/office/officeart/2005/8/layout/equation2"/>
    <dgm:cxn modelId="{D4FBF551-6006-4EA4-B339-553953348BC5}" type="presOf" srcId="{8D5A84D0-7C50-42C4-9282-69DAA1703601}" destId="{2C1A42D2-EA44-4922-8AB4-B9C50C9102D9}" srcOrd="0" destOrd="0" presId="urn:microsoft.com/office/officeart/2005/8/layout/equation2"/>
    <dgm:cxn modelId="{5CA9F6BB-97EF-4EEE-B770-3C96DC4DBD25}" srcId="{7E9857F5-4DE9-4B0A-A816-035CD2765632}" destId="{FF81F6BA-043A-44E6-99BB-79C415C688C1}" srcOrd="4" destOrd="0" parTransId="{60FC2C36-8CF5-4F1C-9B85-2111012882A1}" sibTransId="{EEE0EE03-41EE-45B5-B0F0-048EC07D3F35}"/>
    <dgm:cxn modelId="{F1E5789E-D07B-4D29-BEF0-28B1E142AE5D}" type="presOf" srcId="{4DF014FB-076C-465C-8BC7-DD1E468A5323}" destId="{F7FA4DD9-85B8-4EA8-9F2F-1A12200AF703}" srcOrd="0" destOrd="0" presId="urn:microsoft.com/office/officeart/2005/8/layout/equation2"/>
    <dgm:cxn modelId="{106FB878-9563-4BAF-805A-B756EFFF4019}" type="presOf" srcId="{C3DC6C98-E540-40A8-AD7E-D1679A1DF0C7}" destId="{D3FCC13D-AFC5-4B8C-911C-274EA59E0317}" srcOrd="0" destOrd="0" presId="urn:microsoft.com/office/officeart/2005/8/layout/equation2"/>
    <dgm:cxn modelId="{AA2C0897-6E09-4C26-89F0-68A715625FCA}" type="presOf" srcId="{232B4AD2-01CE-413D-BC1F-D7F6BD81CC0D}" destId="{CBDCAEC4-B89E-416A-9EC5-8823FAE6E2B0}" srcOrd="0" destOrd="0" presId="urn:microsoft.com/office/officeart/2005/8/layout/equation2"/>
    <dgm:cxn modelId="{AA29F7A9-19D2-45F5-87FF-9F94EDF0A5EC}" srcId="{7E9857F5-4DE9-4B0A-A816-035CD2765632}" destId="{A5D770E0-2CE1-4F67-839F-D6F7B2ADB994}" srcOrd="3" destOrd="0" parTransId="{367BB30D-438C-41AA-8F60-05D7D3AA7291}" sibTransId="{C3DC6C98-E540-40A8-AD7E-D1679A1DF0C7}"/>
    <dgm:cxn modelId="{521465A2-5FBF-4C53-9187-5D2FEC0C3BD8}" type="presOf" srcId="{40ADD347-F37F-45E6-AE5D-6F29E8EDEA4B}" destId="{11454237-37AE-4F88-8964-5E5B8490AF17}" srcOrd="0" destOrd="0" presId="urn:microsoft.com/office/officeart/2005/8/layout/equation2"/>
    <dgm:cxn modelId="{20EC44AD-B3EB-4E82-9DA4-967B48959A1E}" srcId="{7E9857F5-4DE9-4B0A-A816-035CD2765632}" destId="{40ADD347-F37F-45E6-AE5D-6F29E8EDEA4B}" srcOrd="0" destOrd="0" parTransId="{7E3A1D96-7CA9-4BA3-BE30-9436C9729175}" sibTransId="{37E9A862-65C7-4682-9086-DB176BD50900}"/>
    <dgm:cxn modelId="{80D684FF-2C77-4CE5-AFE1-A9FFFD605348}" type="presOf" srcId="{37E9A862-65C7-4682-9086-DB176BD50900}" destId="{D20632B0-0357-40BA-9625-9165F2AE79A1}" srcOrd="0" destOrd="0" presId="urn:microsoft.com/office/officeart/2005/8/layout/equation2"/>
    <dgm:cxn modelId="{1C4741C6-3F24-4ACE-9BFD-724AD5377124}" srcId="{7E9857F5-4DE9-4B0A-A816-035CD2765632}" destId="{186A5D0D-F308-4920-B0D2-2E534F7E9F94}" srcOrd="1" destOrd="0" parTransId="{60A6A017-7491-4FD1-B690-69F3E8856813}" sibTransId="{8D5A84D0-7C50-42C4-9282-69DAA1703601}"/>
    <dgm:cxn modelId="{07CC113E-7529-462C-BEB8-86D82CD46841}" type="presParOf" srcId="{17B3DE11-3C4F-404B-B07A-1EF6E9A0E1D7}" destId="{0E0E4B15-1DD1-46DB-AB69-61CCF63C32AC}" srcOrd="0" destOrd="0" presId="urn:microsoft.com/office/officeart/2005/8/layout/equation2"/>
    <dgm:cxn modelId="{684DAAEF-E5C0-4C37-992A-AB560FDDC549}" type="presParOf" srcId="{0E0E4B15-1DD1-46DB-AB69-61CCF63C32AC}" destId="{11454237-37AE-4F88-8964-5E5B8490AF17}" srcOrd="0" destOrd="0" presId="urn:microsoft.com/office/officeart/2005/8/layout/equation2"/>
    <dgm:cxn modelId="{0B186524-8D18-4BAD-9C36-BC1309A7C0CC}" type="presParOf" srcId="{0E0E4B15-1DD1-46DB-AB69-61CCF63C32AC}" destId="{7CB53E9A-8DB7-4B21-BAF7-B9A0358F6847}" srcOrd="1" destOrd="0" presId="urn:microsoft.com/office/officeart/2005/8/layout/equation2"/>
    <dgm:cxn modelId="{9AA912D3-A969-4DD1-B245-D76CFEC9DC20}" type="presParOf" srcId="{0E0E4B15-1DD1-46DB-AB69-61CCF63C32AC}" destId="{D20632B0-0357-40BA-9625-9165F2AE79A1}" srcOrd="2" destOrd="0" presId="urn:microsoft.com/office/officeart/2005/8/layout/equation2"/>
    <dgm:cxn modelId="{2CA865CC-1DD1-4E1F-BBE5-89DABD0838F4}" type="presParOf" srcId="{0E0E4B15-1DD1-46DB-AB69-61CCF63C32AC}" destId="{D8915491-2894-429E-9F49-43C7BEE88447}" srcOrd="3" destOrd="0" presId="urn:microsoft.com/office/officeart/2005/8/layout/equation2"/>
    <dgm:cxn modelId="{7CE3294B-5FD5-49DD-A911-42E34E602ED6}" type="presParOf" srcId="{0E0E4B15-1DD1-46DB-AB69-61CCF63C32AC}" destId="{81CB1FB8-380A-412A-B2CA-86778331DB26}" srcOrd="4" destOrd="0" presId="urn:microsoft.com/office/officeart/2005/8/layout/equation2"/>
    <dgm:cxn modelId="{0086B393-61CB-48E4-B501-F86F23796BB0}" type="presParOf" srcId="{0E0E4B15-1DD1-46DB-AB69-61CCF63C32AC}" destId="{4F171608-6AEE-4293-ABDC-129EA1C27B8E}" srcOrd="5" destOrd="0" presId="urn:microsoft.com/office/officeart/2005/8/layout/equation2"/>
    <dgm:cxn modelId="{109BF7F4-E11C-4B2C-AD76-8E3CD80BE707}" type="presParOf" srcId="{0E0E4B15-1DD1-46DB-AB69-61CCF63C32AC}" destId="{2C1A42D2-EA44-4922-8AB4-B9C50C9102D9}" srcOrd="6" destOrd="0" presId="urn:microsoft.com/office/officeart/2005/8/layout/equation2"/>
    <dgm:cxn modelId="{E9EFFEB3-2B7C-4048-8AC0-ADFC49C7D42B}" type="presParOf" srcId="{0E0E4B15-1DD1-46DB-AB69-61CCF63C32AC}" destId="{AC7FF151-42E8-4FBE-B409-22F51E2D6ABE}" srcOrd="7" destOrd="0" presId="urn:microsoft.com/office/officeart/2005/8/layout/equation2"/>
    <dgm:cxn modelId="{0EB6E37D-7DEE-47E9-92FE-030693AEFAFD}" type="presParOf" srcId="{0E0E4B15-1DD1-46DB-AB69-61CCF63C32AC}" destId="{F7FA4DD9-85B8-4EA8-9F2F-1A12200AF703}" srcOrd="8" destOrd="0" presId="urn:microsoft.com/office/officeart/2005/8/layout/equation2"/>
    <dgm:cxn modelId="{3E65E545-361E-41E7-81DD-B25C6F9D3234}" type="presParOf" srcId="{0E0E4B15-1DD1-46DB-AB69-61CCF63C32AC}" destId="{CBED4E18-7DF2-48A5-8BA7-BDBEF004C927}" srcOrd="9" destOrd="0" presId="urn:microsoft.com/office/officeart/2005/8/layout/equation2"/>
    <dgm:cxn modelId="{0E04B6C7-9624-4B65-A587-8A4492E20A2A}" type="presParOf" srcId="{0E0E4B15-1DD1-46DB-AB69-61CCF63C32AC}" destId="{CBDCAEC4-B89E-416A-9EC5-8823FAE6E2B0}" srcOrd="10" destOrd="0" presId="urn:microsoft.com/office/officeart/2005/8/layout/equation2"/>
    <dgm:cxn modelId="{D3E9C71C-6841-494C-B840-AE622EC0E925}" type="presParOf" srcId="{0E0E4B15-1DD1-46DB-AB69-61CCF63C32AC}" destId="{3DD94725-1C9C-4307-BF26-B752202B0538}" srcOrd="11" destOrd="0" presId="urn:microsoft.com/office/officeart/2005/8/layout/equation2"/>
    <dgm:cxn modelId="{D4A2151B-BC7E-44C2-9FFE-2B7D0CF08272}" type="presParOf" srcId="{0E0E4B15-1DD1-46DB-AB69-61CCF63C32AC}" destId="{4EB9A16A-580D-4760-B090-F9BEAE71A7EA}" srcOrd="12" destOrd="0" presId="urn:microsoft.com/office/officeart/2005/8/layout/equation2"/>
    <dgm:cxn modelId="{D309D92D-B639-490D-A3FB-0EE51E53E54F}" type="presParOf" srcId="{17B3DE11-3C4F-404B-B07A-1EF6E9A0E1D7}" destId="{D3FCC13D-AFC5-4B8C-911C-274EA59E0317}" srcOrd="1" destOrd="0" presId="urn:microsoft.com/office/officeart/2005/8/layout/equation2"/>
    <dgm:cxn modelId="{CF5D3261-8C3F-4BFB-B5D9-382DF3C452A6}" type="presParOf" srcId="{D3FCC13D-AFC5-4B8C-911C-274EA59E0317}" destId="{8924D542-BFC7-461E-8838-592597A8D536}" srcOrd="0" destOrd="0" presId="urn:microsoft.com/office/officeart/2005/8/layout/equation2"/>
    <dgm:cxn modelId="{1E128881-AB8D-4C5F-931C-C4FA0A5482FB}" type="presParOf" srcId="{17B3DE11-3C4F-404B-B07A-1EF6E9A0E1D7}" destId="{AFE27B7E-A4ED-478D-B7A2-93EB31B483CA}" srcOrd="2" destOrd="0" presId="urn:microsoft.com/office/officeart/2005/8/layout/equati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750511-AE1F-4A26-BAB5-8D74C7950D5F}">
      <dsp:nvSpPr>
        <dsp:cNvPr id="0" name=""/>
        <dsp:cNvSpPr/>
      </dsp:nvSpPr>
      <dsp:spPr>
        <a:xfrm>
          <a:off x="4531114" y="1638831"/>
          <a:ext cx="835264" cy="83510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0CC6021-D82D-4C67-9699-FAFEED5CD83A}">
      <dsp:nvSpPr>
        <dsp:cNvPr id="0" name=""/>
        <dsp:cNvSpPr/>
      </dsp:nvSpPr>
      <dsp:spPr>
        <a:xfrm>
          <a:off x="4559239" y="1666673"/>
          <a:ext cx="779545" cy="779422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Product</a:t>
          </a:r>
          <a:endParaRPr lang="en-US" sz="1200" kern="1200" dirty="0"/>
        </a:p>
      </dsp:txBody>
      <dsp:txXfrm>
        <a:off x="4670678" y="1778040"/>
        <a:ext cx="556666" cy="556688"/>
      </dsp:txXfrm>
    </dsp:sp>
    <dsp:sp modelId="{9F2C49CE-ABCC-4980-B55E-E1DF50FBE0D2}">
      <dsp:nvSpPr>
        <dsp:cNvPr id="0" name=""/>
        <dsp:cNvSpPr/>
      </dsp:nvSpPr>
      <dsp:spPr>
        <a:xfrm rot="2700000">
          <a:off x="3668313" y="1638737"/>
          <a:ext cx="835147" cy="835147"/>
        </a:xfrm>
        <a:prstGeom prst="teardrop">
          <a:avLst>
            <a:gd name="adj" fmla="val 1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69DFCDB-352F-4FF2-9343-36BEF78F5114}">
      <dsp:nvSpPr>
        <dsp:cNvPr id="0" name=""/>
        <dsp:cNvSpPr/>
      </dsp:nvSpPr>
      <dsp:spPr>
        <a:xfrm>
          <a:off x="3696379" y="1666673"/>
          <a:ext cx="779545" cy="779422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Activity n</a:t>
          </a:r>
          <a:endParaRPr lang="en-US" sz="1200" kern="1200" dirty="0"/>
        </a:p>
      </dsp:txBody>
      <dsp:txXfrm>
        <a:off x="3807819" y="1778040"/>
        <a:ext cx="556666" cy="556688"/>
      </dsp:txXfrm>
    </dsp:sp>
    <dsp:sp modelId="{D255C08A-B8AC-4C98-925C-8CD386299614}">
      <dsp:nvSpPr>
        <dsp:cNvPr id="0" name=""/>
        <dsp:cNvSpPr/>
      </dsp:nvSpPr>
      <dsp:spPr>
        <a:xfrm rot="2700000">
          <a:off x="2805454" y="1638737"/>
          <a:ext cx="835147" cy="835147"/>
        </a:xfrm>
        <a:prstGeom prst="teardrop">
          <a:avLst>
            <a:gd name="adj" fmla="val 1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972F202-28DE-4924-8539-F2D4BB39BFC0}">
      <dsp:nvSpPr>
        <dsp:cNvPr id="0" name=""/>
        <dsp:cNvSpPr/>
      </dsp:nvSpPr>
      <dsp:spPr>
        <a:xfrm>
          <a:off x="2833520" y="1666673"/>
          <a:ext cx="779545" cy="779422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………</a:t>
          </a:r>
          <a:endParaRPr lang="en-US" sz="1200" kern="1200" dirty="0"/>
        </a:p>
      </dsp:txBody>
      <dsp:txXfrm>
        <a:off x="2944960" y="1778040"/>
        <a:ext cx="556666" cy="556688"/>
      </dsp:txXfrm>
    </dsp:sp>
    <dsp:sp modelId="{F317F14E-636E-4262-8868-2E744A46B1BF}">
      <dsp:nvSpPr>
        <dsp:cNvPr id="0" name=""/>
        <dsp:cNvSpPr/>
      </dsp:nvSpPr>
      <dsp:spPr>
        <a:xfrm rot="2700000">
          <a:off x="1942594" y="1638737"/>
          <a:ext cx="835147" cy="835147"/>
        </a:xfrm>
        <a:prstGeom prst="teardrop">
          <a:avLst>
            <a:gd name="adj" fmla="val 1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508C983-C4F3-48A1-8CAD-3D5F54D00AC8}">
      <dsp:nvSpPr>
        <dsp:cNvPr id="0" name=""/>
        <dsp:cNvSpPr/>
      </dsp:nvSpPr>
      <dsp:spPr>
        <a:xfrm>
          <a:off x="1970661" y="1666673"/>
          <a:ext cx="779545" cy="779422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Activity 3</a:t>
          </a:r>
          <a:endParaRPr lang="en-US" sz="1200" kern="1200" dirty="0"/>
        </a:p>
      </dsp:txBody>
      <dsp:txXfrm>
        <a:off x="2081570" y="1778040"/>
        <a:ext cx="556666" cy="556688"/>
      </dsp:txXfrm>
    </dsp:sp>
    <dsp:sp modelId="{C0E9BE46-A380-417A-810E-D8FD9AAD5E22}">
      <dsp:nvSpPr>
        <dsp:cNvPr id="0" name=""/>
        <dsp:cNvSpPr/>
      </dsp:nvSpPr>
      <dsp:spPr>
        <a:xfrm rot="2700000">
          <a:off x="1079735" y="1638737"/>
          <a:ext cx="835147" cy="835147"/>
        </a:xfrm>
        <a:prstGeom prst="teardrop">
          <a:avLst>
            <a:gd name="adj" fmla="val 1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61A414A-0C26-4D3C-AD77-6793C29896FC}">
      <dsp:nvSpPr>
        <dsp:cNvPr id="0" name=""/>
        <dsp:cNvSpPr/>
      </dsp:nvSpPr>
      <dsp:spPr>
        <a:xfrm>
          <a:off x="1107802" y="1666673"/>
          <a:ext cx="779545" cy="779422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Activity 2</a:t>
          </a:r>
          <a:endParaRPr lang="en-US" sz="1200" kern="1200" dirty="0"/>
        </a:p>
      </dsp:txBody>
      <dsp:txXfrm>
        <a:off x="1218710" y="1778040"/>
        <a:ext cx="556666" cy="556688"/>
      </dsp:txXfrm>
    </dsp:sp>
    <dsp:sp modelId="{669F12BC-3362-4496-9338-8AC8C6B09D36}">
      <dsp:nvSpPr>
        <dsp:cNvPr id="0" name=""/>
        <dsp:cNvSpPr/>
      </dsp:nvSpPr>
      <dsp:spPr>
        <a:xfrm rot="2700000">
          <a:off x="216876" y="1638737"/>
          <a:ext cx="835147" cy="835147"/>
        </a:xfrm>
        <a:prstGeom prst="teardrop">
          <a:avLst>
            <a:gd name="adj" fmla="val 1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CC993AE-B321-4B96-8D51-C22A6CA46D8B}">
      <dsp:nvSpPr>
        <dsp:cNvPr id="0" name=""/>
        <dsp:cNvSpPr/>
      </dsp:nvSpPr>
      <dsp:spPr>
        <a:xfrm>
          <a:off x="244412" y="1666673"/>
          <a:ext cx="779545" cy="779422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Activity 1</a:t>
          </a:r>
          <a:endParaRPr lang="en-US" sz="1200" kern="1200" dirty="0"/>
        </a:p>
      </dsp:txBody>
      <dsp:txXfrm>
        <a:off x="355851" y="1778040"/>
        <a:ext cx="556666" cy="5566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F86C1F-F059-4CF3-9C8E-82BBE09CED28}">
      <dsp:nvSpPr>
        <dsp:cNvPr id="0" name=""/>
        <dsp:cNvSpPr/>
      </dsp:nvSpPr>
      <dsp:spPr>
        <a:xfrm>
          <a:off x="2604867" y="0"/>
          <a:ext cx="2176799" cy="2177020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589D79-1C38-4DFE-83D1-7BADC579E23C}">
      <dsp:nvSpPr>
        <dsp:cNvPr id="0" name=""/>
        <dsp:cNvSpPr/>
      </dsp:nvSpPr>
      <dsp:spPr>
        <a:xfrm>
          <a:off x="3085470" y="788022"/>
          <a:ext cx="1214777" cy="6073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Transactional Processing System (TPS)</a:t>
          </a:r>
          <a:endParaRPr lang="en-US" sz="16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3085470" y="788022"/>
        <a:ext cx="1214777" cy="607325"/>
      </dsp:txXfrm>
    </dsp:sp>
    <dsp:sp modelId="{28B7AB42-B0E6-4A6E-847F-14E16C41D63C}">
      <dsp:nvSpPr>
        <dsp:cNvPr id="0" name=""/>
        <dsp:cNvSpPr/>
      </dsp:nvSpPr>
      <dsp:spPr>
        <a:xfrm>
          <a:off x="2000133" y="1251022"/>
          <a:ext cx="2176799" cy="2177020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C6221E-D392-494A-A6F0-A5A00F6272AC}">
      <dsp:nvSpPr>
        <dsp:cNvPr id="0" name=""/>
        <dsp:cNvSpPr/>
      </dsp:nvSpPr>
      <dsp:spPr>
        <a:xfrm>
          <a:off x="2478285" y="2041354"/>
          <a:ext cx="1214777" cy="6073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Decision Support System (DSS)</a:t>
          </a:r>
          <a:endParaRPr lang="en-US" sz="16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2478285" y="2041354"/>
        <a:ext cx="1214777" cy="607325"/>
      </dsp:txXfrm>
    </dsp:sp>
    <dsp:sp modelId="{0239258B-ADE8-465E-9B91-5068A1CF2BE1}">
      <dsp:nvSpPr>
        <dsp:cNvPr id="0" name=""/>
        <dsp:cNvSpPr/>
      </dsp:nvSpPr>
      <dsp:spPr>
        <a:xfrm>
          <a:off x="2604867" y="2506662"/>
          <a:ext cx="2176799" cy="2177020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275727-7B66-4420-B6E5-F042B11011C2}">
      <dsp:nvSpPr>
        <dsp:cNvPr id="0" name=""/>
        <dsp:cNvSpPr/>
      </dsp:nvSpPr>
      <dsp:spPr>
        <a:xfrm>
          <a:off x="3085470" y="3294685"/>
          <a:ext cx="1214777" cy="6073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Executive Support System</a:t>
          </a:r>
          <a:endParaRPr lang="en-US" sz="16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3085470" y="3294685"/>
        <a:ext cx="1214777" cy="607325"/>
      </dsp:txXfrm>
    </dsp:sp>
    <dsp:sp modelId="{B4F83BD7-4BB8-46D1-870A-FD77DAA93243}">
      <dsp:nvSpPr>
        <dsp:cNvPr id="0" name=""/>
        <dsp:cNvSpPr/>
      </dsp:nvSpPr>
      <dsp:spPr>
        <a:xfrm>
          <a:off x="2155297" y="3902011"/>
          <a:ext cx="1870144" cy="1871048"/>
        </a:xfrm>
        <a:prstGeom prst="blockArc">
          <a:avLst>
            <a:gd name="adj1" fmla="val 0"/>
            <a:gd name="adj2" fmla="val 18900000"/>
            <a:gd name="adj3" fmla="val 127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2E8D2A-5EE2-4633-95E0-480226B083CE}">
      <dsp:nvSpPr>
        <dsp:cNvPr id="0" name=""/>
        <dsp:cNvSpPr/>
      </dsp:nvSpPr>
      <dsp:spPr>
        <a:xfrm>
          <a:off x="2478285" y="4548016"/>
          <a:ext cx="1214777" cy="6073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Management Information System (MIS)</a:t>
          </a:r>
          <a:endParaRPr lang="en-US" sz="16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2478285" y="4548016"/>
        <a:ext cx="1214777" cy="60732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454237-37AE-4F88-8964-5E5B8490AF17}">
      <dsp:nvSpPr>
        <dsp:cNvPr id="0" name=""/>
        <dsp:cNvSpPr/>
      </dsp:nvSpPr>
      <dsp:spPr>
        <a:xfrm>
          <a:off x="185428" y="1455"/>
          <a:ext cx="807150" cy="8071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700" kern="1200" dirty="0" smtClean="0"/>
            <a:t>manufacturing and production</a:t>
          </a:r>
          <a:endParaRPr lang="en-US" sz="700" kern="1200" dirty="0"/>
        </a:p>
      </dsp:txBody>
      <dsp:txXfrm>
        <a:off x="303632" y="119659"/>
        <a:ext cx="570742" cy="570742"/>
      </dsp:txXfrm>
    </dsp:sp>
    <dsp:sp modelId="{D20632B0-0357-40BA-9625-9165F2AE79A1}">
      <dsp:nvSpPr>
        <dsp:cNvPr id="0" name=""/>
        <dsp:cNvSpPr/>
      </dsp:nvSpPr>
      <dsp:spPr>
        <a:xfrm>
          <a:off x="354930" y="874146"/>
          <a:ext cx="468147" cy="468147"/>
        </a:xfrm>
        <a:prstGeom prst="mathPlus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00" kern="1200"/>
        </a:p>
      </dsp:txBody>
      <dsp:txXfrm>
        <a:off x="416983" y="1053165"/>
        <a:ext cx="344041" cy="110109"/>
      </dsp:txXfrm>
    </dsp:sp>
    <dsp:sp modelId="{81CB1FB8-380A-412A-B2CA-86778331DB26}">
      <dsp:nvSpPr>
        <dsp:cNvPr id="0" name=""/>
        <dsp:cNvSpPr/>
      </dsp:nvSpPr>
      <dsp:spPr>
        <a:xfrm>
          <a:off x="185428" y="1407834"/>
          <a:ext cx="807150" cy="8071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700" kern="1200" dirty="0" smtClean="0"/>
            <a:t>finance and accounting</a:t>
          </a:r>
          <a:endParaRPr lang="en-US" sz="700" kern="1200" dirty="0"/>
        </a:p>
      </dsp:txBody>
      <dsp:txXfrm>
        <a:off x="303632" y="1526038"/>
        <a:ext cx="570742" cy="570742"/>
      </dsp:txXfrm>
    </dsp:sp>
    <dsp:sp modelId="{2C1A42D2-EA44-4922-8AB4-B9C50C9102D9}">
      <dsp:nvSpPr>
        <dsp:cNvPr id="0" name=""/>
        <dsp:cNvSpPr/>
      </dsp:nvSpPr>
      <dsp:spPr>
        <a:xfrm>
          <a:off x="354930" y="2280526"/>
          <a:ext cx="468147" cy="468147"/>
        </a:xfrm>
        <a:prstGeom prst="mathPlus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00" kern="1200"/>
        </a:p>
      </dsp:txBody>
      <dsp:txXfrm>
        <a:off x="416983" y="2459545"/>
        <a:ext cx="344041" cy="110109"/>
      </dsp:txXfrm>
    </dsp:sp>
    <dsp:sp modelId="{F7FA4DD9-85B8-4EA8-9F2F-1A12200AF703}">
      <dsp:nvSpPr>
        <dsp:cNvPr id="0" name=""/>
        <dsp:cNvSpPr/>
      </dsp:nvSpPr>
      <dsp:spPr>
        <a:xfrm>
          <a:off x="185428" y="2814214"/>
          <a:ext cx="807150" cy="8071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700" kern="1200" dirty="0" smtClean="0"/>
            <a:t>sales and marketing</a:t>
          </a:r>
          <a:endParaRPr lang="en-US" sz="700" kern="1200" dirty="0"/>
        </a:p>
      </dsp:txBody>
      <dsp:txXfrm>
        <a:off x="303632" y="2932418"/>
        <a:ext cx="570742" cy="570742"/>
      </dsp:txXfrm>
    </dsp:sp>
    <dsp:sp modelId="{CBDCAEC4-B89E-416A-9EC5-8823FAE6E2B0}">
      <dsp:nvSpPr>
        <dsp:cNvPr id="0" name=""/>
        <dsp:cNvSpPr/>
      </dsp:nvSpPr>
      <dsp:spPr>
        <a:xfrm>
          <a:off x="354930" y="3686905"/>
          <a:ext cx="468147" cy="468147"/>
        </a:xfrm>
        <a:prstGeom prst="mathPlus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00" kern="1200"/>
        </a:p>
      </dsp:txBody>
      <dsp:txXfrm>
        <a:off x="416983" y="3865924"/>
        <a:ext cx="344041" cy="110109"/>
      </dsp:txXfrm>
    </dsp:sp>
    <dsp:sp modelId="{4EB9A16A-580D-4760-B090-F9BEAE71A7EA}">
      <dsp:nvSpPr>
        <dsp:cNvPr id="0" name=""/>
        <dsp:cNvSpPr/>
      </dsp:nvSpPr>
      <dsp:spPr>
        <a:xfrm>
          <a:off x="185428" y="4220593"/>
          <a:ext cx="807150" cy="8071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700" kern="1200" dirty="0" smtClean="0"/>
            <a:t>Human resources</a:t>
          </a:r>
          <a:endParaRPr lang="en-US" sz="700" kern="1200" dirty="0"/>
        </a:p>
      </dsp:txBody>
      <dsp:txXfrm>
        <a:off x="303632" y="4338797"/>
        <a:ext cx="570742" cy="570742"/>
      </dsp:txXfrm>
    </dsp:sp>
    <dsp:sp modelId="{D3FCC13D-AFC5-4B8C-911C-274EA59E0317}">
      <dsp:nvSpPr>
        <dsp:cNvPr id="0" name=""/>
        <dsp:cNvSpPr/>
      </dsp:nvSpPr>
      <dsp:spPr>
        <a:xfrm>
          <a:off x="1113652" y="2364469"/>
          <a:ext cx="256673" cy="3002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00" kern="1200"/>
        </a:p>
      </dsp:txBody>
      <dsp:txXfrm>
        <a:off x="1113652" y="2424521"/>
        <a:ext cx="179671" cy="180156"/>
      </dsp:txXfrm>
    </dsp:sp>
    <dsp:sp modelId="{AFE27B7E-A4ED-478D-B7A2-93EB31B483CA}">
      <dsp:nvSpPr>
        <dsp:cNvPr id="0" name=""/>
        <dsp:cNvSpPr/>
      </dsp:nvSpPr>
      <dsp:spPr>
        <a:xfrm>
          <a:off x="1476869" y="1707449"/>
          <a:ext cx="1614301" cy="161430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100" kern="1200" dirty="0" smtClean="0"/>
            <a:t>ERP</a:t>
          </a:r>
          <a:endParaRPr lang="en-US" sz="5100" kern="1200" dirty="0"/>
        </a:p>
      </dsp:txBody>
      <dsp:txXfrm>
        <a:off x="1713278" y="1943858"/>
        <a:ext cx="1141483" cy="11414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equation2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begPts" val="auto"/>
                <dgm:param type="endPts" val="auto"/>
                <dgm:param type="srcNode" val="vNodes"/>
                <dgm:param type="dstNode" val="lastNode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4E663E-9AE5-4B11-B4CA-608858A2603D}" type="datetimeFigureOut">
              <a:rPr lang="en-US" smtClean="0"/>
              <a:pPr/>
              <a:t>01-Jun-26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28C741-7458-4E4F-9F6B-0BA8390428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09826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7FE635-11D9-4112-A6FD-6DA02A116A07}" type="datetimeFigureOut">
              <a:rPr lang="en-US" smtClean="0"/>
              <a:pPr/>
              <a:t>01-Jun-26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8C00EE-FC64-499A-BB12-0E1D98E2849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09194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8C00EE-FC64-499A-BB12-0E1D98E28491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37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master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71" y="428"/>
            <a:ext cx="9142858" cy="6857143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66800" y="1676400"/>
            <a:ext cx="7315200" cy="4876800"/>
          </a:xfrm>
        </p:spPr>
        <p:txBody>
          <a:bodyPr/>
          <a:lstStyle>
            <a:lvl1pPr marL="0" indent="0" algn="ctr">
              <a:buNone/>
              <a:defRPr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insert contents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 smtClean="0"/>
              <a:t>Click to edit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33400" y="1524000"/>
            <a:ext cx="8153400" cy="4876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Click to edit content</a:t>
            </a:r>
          </a:p>
        </p:txBody>
      </p:sp>
      <p:pic>
        <p:nvPicPr>
          <p:cNvPr id="7" name="Picture 6" descr="slid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71" y="428"/>
            <a:ext cx="9142858" cy="68571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 smtClean="0"/>
              <a:t>Click to edit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33400" y="1524000"/>
            <a:ext cx="8153400" cy="4876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Click to edit content</a:t>
            </a:r>
          </a:p>
        </p:txBody>
      </p:sp>
      <p:pic>
        <p:nvPicPr>
          <p:cNvPr id="7" name="Picture 6" descr="slid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71" y="428"/>
            <a:ext cx="9142858" cy="685714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09A2F7-422A-4661-970A-2E1D828D173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939458" y="457200"/>
            <a:ext cx="7086600" cy="5105400"/>
          </a:xfrm>
        </p:spPr>
        <p:txBody>
          <a:bodyPr>
            <a:noAutofit/>
          </a:bodyPr>
          <a:lstStyle/>
          <a:p>
            <a:r>
              <a:rPr lang="en-US" sz="32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 2202</a:t>
            </a:r>
            <a:br>
              <a:rPr lang="en-US" sz="32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2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32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Strategy, Management and Acquisition</a:t>
            </a:r>
            <a:r>
              <a:rPr lang="en-GB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GB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2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32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Lecture #2</a:t>
            </a:r>
            <a:b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2530" name="Picture 2" descr="Creative Commons Licens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6058" y="6420977"/>
            <a:ext cx="1081548" cy="381000"/>
          </a:xfrm>
          <a:prstGeom prst="rect">
            <a:avLst/>
          </a:prstGeom>
          <a:noFill/>
        </p:spPr>
      </p:pic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1587158" y="4343400"/>
            <a:ext cx="579120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36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Global E-Business: How Businesses Use Information Systems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2438400" y="3200400"/>
            <a:ext cx="3657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Definitions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3900" y="1447800"/>
            <a:ext cx="7696200" cy="4876800"/>
          </a:xfrm>
        </p:spPr>
        <p:txBody>
          <a:bodyPr rtlCol="0">
            <a:noAutofit/>
          </a:bodyPr>
          <a:lstStyle/>
          <a:p>
            <a:pPr algn="just" eaLnBrk="1" fontAlgn="auto" hangingPunct="1">
              <a:spcAft>
                <a:spcPct val="25000"/>
              </a:spcAft>
              <a:buFontTx/>
              <a:buChar char="•"/>
              <a:defRPr/>
            </a:pP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 processes:</a:t>
            </a:r>
          </a:p>
          <a:p>
            <a:pPr algn="just"/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Refer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the manner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which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work is organized, coordinated, and focused to produce a valuable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product or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service. </a:t>
            </a:r>
            <a:endParaRPr lang="en-GB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processes are the collection of activities required to </a:t>
            </a:r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produce a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product or service. </a:t>
            </a:r>
            <a:endParaRPr lang="en-GB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149146703"/>
              </p:ext>
            </p:extLst>
          </p:nvPr>
        </p:nvGraphicFramePr>
        <p:xfrm>
          <a:off x="3009900" y="2895600"/>
          <a:ext cx="5410200" cy="41126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21639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 processes</a:t>
            </a:r>
            <a:endParaRPr lang="en-GB" sz="4000" dirty="0">
              <a:solidFill>
                <a:srgbClr val="00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26347"/>
            <a:ext cx="7315200" cy="4441053"/>
          </a:xfrm>
        </p:spPr>
        <p:txBody>
          <a:bodyPr>
            <a:normAutofit/>
          </a:bodyPr>
          <a:lstStyle/>
          <a:p>
            <a:pPr algn="just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These activities are supported by flows of material, information, and knowledge among the participants in business processes.</a:t>
            </a:r>
          </a:p>
          <a:p>
            <a:pPr algn="just"/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 processes also refer to the unique ways in which organizations coordinate work, information, and knowledge, and the ways in which management chooses to coordinate work.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320158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Information technology and </a:t>
            </a:r>
            <a:br>
              <a:rPr lang="en-US" alt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alt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71600"/>
            <a:ext cx="7924800" cy="4876800"/>
          </a:xfrm>
        </p:spPr>
        <p:txBody>
          <a:bodyPr rtlCol="0">
            <a:normAutofit/>
          </a:bodyPr>
          <a:lstStyle/>
          <a:p>
            <a:pPr algn="just" eaLnBrk="1" fontAlgn="auto" hangingPunct="1">
              <a:spcAft>
                <a:spcPts val="0"/>
              </a:spcAft>
              <a:buFontTx/>
              <a:buChar char="•"/>
              <a:defRPr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Information technology </a:t>
            </a:r>
            <a:r>
              <a:rPr lang="en-US" sz="2400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enhances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business processes in two main ways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just" eaLnBrk="1" fontAlgn="auto" hangingPunct="1">
              <a:spcAft>
                <a:spcPts val="0"/>
              </a:spcAft>
              <a:buFontTx/>
              <a:buChar char="•"/>
              <a:defRPr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Increasing efficiency of existing processes</a:t>
            </a:r>
          </a:p>
          <a:p>
            <a:pPr marL="1085850" lvl="2" algn="just" eaLnBrk="1" fontAlgn="auto" hangingPunct="1">
              <a:spcAft>
                <a:spcPts val="0"/>
              </a:spcAft>
              <a:buFontTx/>
              <a:buChar char="•"/>
              <a:defRPr/>
            </a:pP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Automating steps that were manual</a:t>
            </a:r>
          </a:p>
          <a:p>
            <a:pPr lvl="1" algn="just" eaLnBrk="1" fontAlgn="auto" hangingPunct="1">
              <a:spcAft>
                <a:spcPts val="0"/>
              </a:spcAft>
              <a:buFontTx/>
              <a:buChar char="•"/>
              <a:defRPr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Enabling entirely new processes that are capable of transforming the businesses</a:t>
            </a:r>
          </a:p>
          <a:p>
            <a:pPr marL="1085850" lvl="2" algn="just" eaLnBrk="1" fontAlgn="auto" hangingPunct="1">
              <a:spcAft>
                <a:spcPts val="0"/>
              </a:spcAft>
              <a:buFontTx/>
              <a:buChar char="•"/>
              <a:defRPr/>
            </a:pP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Change flow of information</a:t>
            </a:r>
          </a:p>
          <a:p>
            <a:pPr marL="1085850" lvl="2" algn="just" eaLnBrk="1" fontAlgn="auto" hangingPunct="1">
              <a:spcAft>
                <a:spcPts val="0"/>
              </a:spcAft>
              <a:buFontTx/>
              <a:buChar char="•"/>
              <a:defRPr/>
            </a:pP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Replace sequential steps with parallel steps</a:t>
            </a:r>
          </a:p>
          <a:p>
            <a:pPr marL="1085850" lvl="2" algn="just" eaLnBrk="1" fontAlgn="auto" hangingPunct="1">
              <a:spcAft>
                <a:spcPts val="0"/>
              </a:spcAft>
              <a:buFontTx/>
              <a:buChar char="•"/>
              <a:defRPr/>
            </a:pP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Eliminate delays in decision making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732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8229600" cy="1143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</a:t>
            </a:r>
            <a:r>
              <a:rPr lang="en-US" sz="40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unctional business processes</a:t>
            </a:r>
            <a:endParaRPr lang="en-US" sz="40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25000"/>
              </a:spcAft>
            </a:pPr>
            <a:r>
              <a:rPr lang="en-US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Examples :</a:t>
            </a:r>
          </a:p>
          <a:p>
            <a:pPr lvl="1" eaLnBrk="1" hangingPunct="1">
              <a:spcBef>
                <a:spcPct val="0"/>
              </a:spcBef>
              <a:spcAft>
                <a:spcPct val="25000"/>
              </a:spcAft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Manufacturing and production</a:t>
            </a:r>
          </a:p>
          <a:p>
            <a:pPr lvl="2" eaLnBrk="1" hangingPunct="1">
              <a:spcBef>
                <a:spcPct val="0"/>
              </a:spcBef>
              <a:spcAft>
                <a:spcPct val="25000"/>
              </a:spcAft>
            </a:pP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Assembling the product</a:t>
            </a:r>
          </a:p>
          <a:p>
            <a:pPr lvl="1" eaLnBrk="1" hangingPunct="1">
              <a:spcBef>
                <a:spcPct val="0"/>
              </a:spcBef>
              <a:spcAft>
                <a:spcPct val="25000"/>
              </a:spcAft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Sales and marketing</a:t>
            </a:r>
          </a:p>
          <a:p>
            <a:pPr lvl="2" eaLnBrk="1" hangingPunct="1">
              <a:spcBef>
                <a:spcPct val="0"/>
              </a:spcBef>
              <a:spcAft>
                <a:spcPct val="25000"/>
              </a:spcAft>
            </a:pP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Identifying customers</a:t>
            </a:r>
          </a:p>
          <a:p>
            <a:pPr lvl="1" eaLnBrk="1" hangingPunct="1">
              <a:spcBef>
                <a:spcPct val="0"/>
              </a:spcBef>
              <a:spcAft>
                <a:spcPct val="25000"/>
              </a:spcAft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Finance and accounting</a:t>
            </a:r>
          </a:p>
          <a:p>
            <a:pPr lvl="2" eaLnBrk="1" hangingPunct="1">
              <a:spcBef>
                <a:spcPct val="0"/>
              </a:spcBef>
              <a:spcAft>
                <a:spcPct val="25000"/>
              </a:spcAft>
            </a:pP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Creating financial statements</a:t>
            </a:r>
          </a:p>
          <a:p>
            <a:pPr lvl="1" eaLnBrk="1" hangingPunct="1">
              <a:spcBef>
                <a:spcPct val="0"/>
              </a:spcBef>
              <a:spcAft>
                <a:spcPct val="25000"/>
              </a:spcAft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Human resources</a:t>
            </a:r>
          </a:p>
          <a:p>
            <a:pPr lvl="2" eaLnBrk="1" hangingPunct="1">
              <a:spcBef>
                <a:spcPct val="0"/>
              </a:spcBef>
              <a:spcAft>
                <a:spcPct val="25000"/>
              </a:spcAft>
            </a:pP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Hiring employees</a:t>
            </a:r>
          </a:p>
          <a:p>
            <a:pPr eaLnBrk="1" hangingPunct="1"/>
            <a:endParaRPr lang="en-US" alt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288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963" y="457200"/>
            <a:ext cx="8229600" cy="1143000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Sales and marketing systems</a:t>
            </a:r>
            <a:b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36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>
          <a:xfrm>
            <a:off x="736963" y="1524000"/>
            <a:ext cx="7848600" cy="4876800"/>
          </a:xfrm>
        </p:spPr>
        <p:txBody>
          <a:bodyPr>
            <a:normAutofit/>
          </a:bodyPr>
          <a:lstStyle/>
          <a:p>
            <a:pPr lvl="1" algn="just" eaLnBrk="1" hangingPunct="1"/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Functional concerns include: </a:t>
            </a:r>
          </a:p>
          <a:p>
            <a:pPr lvl="2" algn="just" eaLnBrk="1" hangingPunct="1"/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Sales management, customer identification market research, advertising and promotion, pricing, new products</a:t>
            </a:r>
          </a:p>
          <a:p>
            <a:pPr lvl="1" algn="just" eaLnBrk="1" hangingPunct="1"/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Examples of systems: </a:t>
            </a:r>
          </a:p>
          <a:p>
            <a:pPr lvl="2" algn="just" eaLnBrk="1" hangingPunct="1"/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 processing (operational level)</a:t>
            </a:r>
          </a:p>
          <a:p>
            <a:pPr lvl="2" algn="just" eaLnBrk="1" hangingPunct="1"/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Pricing analysis (middle </a:t>
            </a:r>
            <a:r>
              <a:rPr lang="en-US" altLang="en-US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mgmt</a:t>
            </a: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lvl="2" algn="just" eaLnBrk="1" hangingPunct="1"/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Sales trend forecasting (senior </a:t>
            </a:r>
            <a:r>
              <a:rPr lang="en-US" altLang="en-US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mgmt</a:t>
            </a: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algn="just" eaLnBrk="1" hangingPunct="1"/>
            <a:endParaRPr lang="en-US" alt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127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229600" cy="457200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Manufacturing and production </a:t>
            </a:r>
            <a:b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systems</a:t>
            </a:r>
            <a:b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36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>
          <a:xfrm>
            <a:off x="533400" y="1524000"/>
            <a:ext cx="7848600" cy="4876800"/>
          </a:xfrm>
        </p:spPr>
        <p:txBody>
          <a:bodyPr>
            <a:normAutofit/>
          </a:bodyPr>
          <a:lstStyle/>
          <a:p>
            <a:pPr lvl="1" algn="just" eaLnBrk="1" hangingPunct="1"/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Functional concerns include: </a:t>
            </a:r>
          </a:p>
          <a:p>
            <a:pPr lvl="2" algn="just" eaLnBrk="1" hangingPunct="1"/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Managing production facilities, production goals, production materials, and scheduling</a:t>
            </a:r>
          </a:p>
          <a:p>
            <a:pPr lvl="1" algn="just" eaLnBrk="1" hangingPunct="1"/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Examples of systems: </a:t>
            </a:r>
          </a:p>
          <a:p>
            <a:pPr lvl="2" algn="just" eaLnBrk="1" hangingPunct="1"/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Machine control (operational management)</a:t>
            </a:r>
          </a:p>
          <a:p>
            <a:pPr lvl="2" algn="just"/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Production planning (middle </a:t>
            </a: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management</a:t>
            </a: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lvl="2" algn="just"/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Facilities location (senior </a:t>
            </a: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management</a:t>
            </a: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algn="just" eaLnBrk="1" hangingPunct="1"/>
            <a:endParaRPr lang="en-US" alt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20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Finance and accounting </a:t>
            </a:r>
            <a:br>
              <a:rPr lang="en-US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systems</a:t>
            </a:r>
            <a:br>
              <a:rPr lang="en-US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4035" name="Content Placeholder 2"/>
          <p:cNvSpPr>
            <a:spLocks noGrp="1"/>
          </p:cNvSpPr>
          <p:nvPr>
            <p:ph idx="1"/>
          </p:nvPr>
        </p:nvSpPr>
        <p:spPr>
          <a:xfrm>
            <a:off x="533400" y="1524000"/>
            <a:ext cx="7772400" cy="4876800"/>
          </a:xfrm>
        </p:spPr>
        <p:txBody>
          <a:bodyPr>
            <a:normAutofit/>
          </a:bodyPr>
          <a:lstStyle/>
          <a:p>
            <a:pPr lvl="1" algn="just" eaLnBrk="1" hangingPunct="1"/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Functional concerns include: </a:t>
            </a:r>
          </a:p>
          <a:p>
            <a:pPr lvl="2" algn="just" eaLnBrk="1" hangingPunct="1"/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Managing financial assets (cash, stocks, etc.) and capitalization of firm, and managing firm’s financial records</a:t>
            </a:r>
          </a:p>
          <a:p>
            <a:pPr lvl="1" algn="just" eaLnBrk="1" hangingPunct="1"/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Examples of systems: </a:t>
            </a:r>
          </a:p>
          <a:p>
            <a:pPr lvl="2" algn="just"/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Accounts receivable (operational </a:t>
            </a: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management</a:t>
            </a: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lvl="2" algn="just"/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Budgeting (middle </a:t>
            </a: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management</a:t>
            </a: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lvl="2" algn="just"/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Profit planning (senior </a:t>
            </a: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management</a:t>
            </a: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algn="just" eaLnBrk="1" hangingPunct="1"/>
            <a:endParaRPr lang="en-US" alt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073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533400"/>
            <a:ext cx="8229600" cy="11430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Human resource systems</a:t>
            </a:r>
            <a:br>
              <a:rPr lang="en-US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5059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7848600" cy="4876800"/>
          </a:xfrm>
        </p:spPr>
        <p:txBody>
          <a:bodyPr/>
          <a:lstStyle/>
          <a:p>
            <a:pPr lvl="1" algn="just" eaLnBrk="1" hangingPunct="1"/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Functional concerns include: </a:t>
            </a:r>
          </a:p>
          <a:p>
            <a:pPr lvl="2" algn="just" eaLnBrk="1" hangingPunct="1"/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Identifying potential employees, maintaining employee records, creating programs to develop employee talent and skills</a:t>
            </a:r>
          </a:p>
          <a:p>
            <a:pPr lvl="1" algn="just" eaLnBrk="1" hangingPunct="1"/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Examples of systems: </a:t>
            </a:r>
          </a:p>
          <a:p>
            <a:pPr lvl="2" algn="just" eaLnBrk="1" hangingPunct="1"/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Training and development (operational </a:t>
            </a:r>
            <a:r>
              <a:rPr lang="en-US" altLang="en-US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mgmt</a:t>
            </a: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lvl="2" algn="just" eaLnBrk="1" hangingPunct="1"/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Compensation analysis (middle </a:t>
            </a:r>
            <a:r>
              <a:rPr lang="en-US" altLang="en-US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mgmt</a:t>
            </a: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lvl="2" algn="just" eaLnBrk="1" hangingPunct="1"/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Human resources planning (senior </a:t>
            </a:r>
            <a:r>
              <a:rPr lang="en-US" altLang="en-US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mgmt</a:t>
            </a: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algn="just" eaLnBrk="1" hangingPunct="1"/>
            <a:endParaRPr lang="en-US" alt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031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152400"/>
            <a:ext cx="8229600" cy="1143000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Systems from a constituency perspective</a:t>
            </a:r>
            <a:b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36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6083" name="Content Placeholder 2"/>
          <p:cNvSpPr>
            <a:spLocks noGrp="1"/>
          </p:cNvSpPr>
          <p:nvPr>
            <p:ph idx="1"/>
          </p:nvPr>
        </p:nvSpPr>
        <p:spPr>
          <a:xfrm>
            <a:off x="838200" y="1447800"/>
            <a:ext cx="7543800" cy="3886200"/>
          </a:xfrm>
        </p:spPr>
        <p:txBody>
          <a:bodyPr>
            <a:normAutofit/>
          </a:bodyPr>
          <a:lstStyle/>
          <a:p>
            <a:pPr lvl="1" eaLnBrk="1" hangingPunct="1">
              <a:spcBef>
                <a:spcPct val="50000"/>
              </a:spcBef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Transaction processing systems: supporting operational level employees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Management information systems and decision-support systems: supporting managers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Executive support systems: supporting executives</a:t>
            </a:r>
          </a:p>
          <a:p>
            <a:pPr eaLnBrk="1" hangingPunct="1"/>
            <a:endParaRPr lang="en-US" altLang="en-US" sz="28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2506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Transaction processing </a:t>
            </a:r>
            <a:b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systems</a:t>
            </a:r>
            <a:b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36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>
          <a:xfrm>
            <a:off x="838200" y="1524000"/>
            <a:ext cx="7467600" cy="4419600"/>
          </a:xfrm>
        </p:spPr>
        <p:txBody>
          <a:bodyPr>
            <a:normAutofit/>
          </a:bodyPr>
          <a:lstStyle/>
          <a:p>
            <a:pPr algn="just">
              <a:spcBef>
                <a:spcPct val="0"/>
              </a:spcBef>
              <a:spcAft>
                <a:spcPct val="25000"/>
              </a:spcAft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Perform and record daily routine transactions necessary to conduct business</a:t>
            </a:r>
          </a:p>
          <a:p>
            <a:pPr lvl="1" algn="just">
              <a:spcBef>
                <a:spcPct val="0"/>
              </a:spcBef>
              <a:spcAft>
                <a:spcPct val="25000"/>
              </a:spcAft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E.g. sales order entry, payroll, shipping</a:t>
            </a:r>
          </a:p>
          <a:p>
            <a:pPr algn="just">
              <a:spcBef>
                <a:spcPct val="0"/>
              </a:spcBef>
              <a:spcAft>
                <a:spcPct val="25000"/>
              </a:spcAft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Allow managers to monitor status of operations and relations with external environment</a:t>
            </a:r>
          </a:p>
          <a:p>
            <a:pPr algn="just">
              <a:spcBef>
                <a:spcPct val="0"/>
              </a:spcBef>
              <a:spcAft>
                <a:spcPct val="25000"/>
              </a:spcAft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Serve operational levels</a:t>
            </a:r>
          </a:p>
          <a:p>
            <a:pPr lvl="1" algn="just" eaLnBrk="1" hangingPunct="1">
              <a:spcBef>
                <a:spcPct val="0"/>
              </a:spcBef>
              <a:spcAft>
                <a:spcPct val="25000"/>
              </a:spcAft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Serve predefined, structured goals and decision making</a:t>
            </a:r>
          </a:p>
          <a:p>
            <a:r>
              <a:rPr lang="en-GB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Aims to answer routine questions and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track the flow of transactions through the organization</a:t>
            </a:r>
            <a:endParaRPr lang="en-US" alt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 eaLnBrk="1" hangingPunct="1"/>
            <a:endParaRPr lang="en-US" alt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1536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6126"/>
            <a:ext cx="8229600" cy="1143000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Management information </a:t>
            </a:r>
            <a:b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systems</a:t>
            </a:r>
            <a:endParaRPr lang="en-US" sz="36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8131" name="Content Placeholder 2"/>
          <p:cNvSpPr>
            <a:spLocks noGrp="1"/>
          </p:cNvSpPr>
          <p:nvPr>
            <p:ph idx="1"/>
          </p:nvPr>
        </p:nvSpPr>
        <p:spPr>
          <a:xfrm>
            <a:off x="914400" y="1447800"/>
            <a:ext cx="7315200" cy="4876800"/>
          </a:xfrm>
        </p:spPr>
        <p:txBody>
          <a:bodyPr>
            <a:normAutofit/>
          </a:bodyPr>
          <a:lstStyle/>
          <a:p>
            <a:pPr lvl="1" algn="just" eaLnBrk="1" hangingPunct="1">
              <a:spcBef>
                <a:spcPct val="25000"/>
              </a:spcBef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Serve middle management</a:t>
            </a:r>
          </a:p>
          <a:p>
            <a:pPr lvl="1" algn="just" eaLnBrk="1" hangingPunct="1">
              <a:spcBef>
                <a:spcPct val="25000"/>
              </a:spcBef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Provide reports on firm’s current performance, based on data from TPS</a:t>
            </a:r>
          </a:p>
          <a:p>
            <a:pPr lvl="1" algn="just" eaLnBrk="1" hangingPunct="1">
              <a:spcBef>
                <a:spcPct val="25000"/>
              </a:spcBef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Provide answers to routine questions with predefined procedure for answering them</a:t>
            </a:r>
          </a:p>
          <a:p>
            <a:pPr lvl="1" algn="just" eaLnBrk="1" hangingPunct="1">
              <a:spcBef>
                <a:spcPct val="25000"/>
              </a:spcBef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Typically have little analytic capability</a:t>
            </a:r>
          </a:p>
          <a:p>
            <a:pPr algn="just" eaLnBrk="1" hangingPunct="1"/>
            <a:endParaRPr lang="en-US" altLang="en-US" sz="28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7541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>
          <a:xfrm>
            <a:off x="495300" y="152400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Decision support systems</a:t>
            </a:r>
          </a:p>
        </p:txBody>
      </p:sp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533400" y="1524000"/>
            <a:ext cx="7924800" cy="4876800"/>
          </a:xfrm>
        </p:spPr>
        <p:txBody>
          <a:bodyPr>
            <a:normAutofit/>
          </a:bodyPr>
          <a:lstStyle/>
          <a:p>
            <a:pPr lvl="1" algn="just" eaLnBrk="1" hangingPunct="1">
              <a:spcBef>
                <a:spcPct val="0"/>
              </a:spcBef>
              <a:spcAft>
                <a:spcPct val="25000"/>
              </a:spcAft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Serve middle management</a:t>
            </a:r>
          </a:p>
          <a:p>
            <a:pPr lvl="1" algn="just" eaLnBrk="1" hangingPunct="1">
              <a:spcBef>
                <a:spcPct val="0"/>
              </a:spcBef>
              <a:spcAft>
                <a:spcPct val="25000"/>
              </a:spcAft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Support non-routine decision making</a:t>
            </a:r>
          </a:p>
          <a:p>
            <a:pPr lvl="2" algn="just" eaLnBrk="1" hangingPunct="1">
              <a:spcBef>
                <a:spcPct val="0"/>
              </a:spcBef>
              <a:spcAft>
                <a:spcPct val="25000"/>
              </a:spcAft>
            </a:pP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E.g. What is impact on production schedule if December sales doubled?</a:t>
            </a:r>
          </a:p>
          <a:p>
            <a:pPr lvl="1" algn="just" eaLnBrk="1" hangingPunct="1">
              <a:spcBef>
                <a:spcPct val="0"/>
              </a:spcBef>
              <a:spcAft>
                <a:spcPct val="25000"/>
              </a:spcAft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Often use external information as well from TPS and MIS</a:t>
            </a:r>
          </a:p>
          <a:p>
            <a:pPr lvl="1" algn="just" eaLnBrk="1" hangingPunct="1">
              <a:spcBef>
                <a:spcPct val="0"/>
              </a:spcBef>
              <a:spcAft>
                <a:spcPct val="25000"/>
              </a:spcAft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 driven DSS</a:t>
            </a:r>
          </a:p>
          <a:p>
            <a:pPr lvl="2" algn="just" eaLnBrk="1" hangingPunct="1">
              <a:spcBef>
                <a:spcPct val="0"/>
              </a:spcBef>
              <a:spcAft>
                <a:spcPct val="25000"/>
              </a:spcAft>
            </a:pP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Voyage-estimating systems</a:t>
            </a:r>
          </a:p>
          <a:p>
            <a:pPr lvl="1" algn="just" eaLnBrk="1" hangingPunct="1">
              <a:spcBef>
                <a:spcPct val="0"/>
              </a:spcBef>
              <a:spcAft>
                <a:spcPct val="25000"/>
              </a:spcAft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driven DSS</a:t>
            </a:r>
          </a:p>
          <a:p>
            <a:pPr lvl="2" algn="just" eaLnBrk="1" hangingPunct="1">
              <a:spcBef>
                <a:spcPct val="0"/>
              </a:spcBef>
              <a:spcAft>
                <a:spcPct val="25000"/>
              </a:spcAft>
            </a:pP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Intrawest’s marketing analysis systems</a:t>
            </a:r>
          </a:p>
          <a:p>
            <a:pPr algn="just" eaLnBrk="1" hangingPunct="1"/>
            <a:endParaRPr lang="en-US" alt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0152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>
          <a:xfrm>
            <a:off x="495300" y="152400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Executive support systems</a:t>
            </a:r>
          </a:p>
        </p:txBody>
      </p:sp>
      <p:sp>
        <p:nvSpPr>
          <p:cNvPr id="50179" name="Content Placeholder 2"/>
          <p:cNvSpPr>
            <a:spLocks noGrp="1"/>
          </p:cNvSpPr>
          <p:nvPr>
            <p:ph idx="1"/>
          </p:nvPr>
        </p:nvSpPr>
        <p:spPr>
          <a:xfrm>
            <a:off x="647700" y="1524000"/>
            <a:ext cx="7924800" cy="4876800"/>
          </a:xfrm>
        </p:spPr>
        <p:txBody>
          <a:bodyPr/>
          <a:lstStyle/>
          <a:p>
            <a:pPr lvl="1" algn="just" eaLnBrk="1" hangingPunct="1">
              <a:spcBef>
                <a:spcPct val="50000"/>
              </a:spcBef>
            </a:pPr>
            <a:r>
              <a:rPr lang="en-US" altLang="en-US" sz="2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Support senior management</a:t>
            </a:r>
          </a:p>
          <a:p>
            <a:pPr lvl="1" algn="just" eaLnBrk="1" hangingPunct="1"/>
            <a:r>
              <a:rPr lang="en-US" altLang="en-US" sz="2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Address nonroutine decisions requiring judgment, evaluation, and insight</a:t>
            </a:r>
          </a:p>
          <a:p>
            <a:pPr lvl="1" algn="just" eaLnBrk="1" hangingPunct="1"/>
            <a:r>
              <a:rPr lang="en-US" altLang="en-US" sz="2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Incorporate data about external events (e.g. new tax laws or competitors) as well as summarized information from internal MIS and DSS</a:t>
            </a:r>
          </a:p>
          <a:p>
            <a:pPr lvl="1" algn="just" eaLnBrk="1" hangingPunct="1"/>
            <a:r>
              <a:rPr lang="en-US" altLang="en-US" sz="2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E.g. ESS that provides minute-to-minute view of firm’s financial performance as measured by working capital, accounts receivable, accounts payable, cash flow, and inventory.</a:t>
            </a:r>
            <a:endParaRPr lang="en-US" altLang="en-US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3814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Relationship of systems </a:t>
            </a:r>
            <a:b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one another</a:t>
            </a:r>
            <a:b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36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1203" name="Content Placeholder 2"/>
          <p:cNvSpPr>
            <a:spLocks noGrp="1"/>
          </p:cNvSpPr>
          <p:nvPr>
            <p:ph idx="1"/>
          </p:nvPr>
        </p:nvSpPr>
        <p:spPr>
          <a:xfrm>
            <a:off x="492034" y="1524000"/>
            <a:ext cx="7467600" cy="4876800"/>
          </a:xfrm>
        </p:spPr>
        <p:txBody>
          <a:bodyPr>
            <a:normAutofit/>
          </a:bodyPr>
          <a:lstStyle/>
          <a:p>
            <a:pPr lvl="1" algn="just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TPS: Major source of data for other systems</a:t>
            </a:r>
          </a:p>
          <a:p>
            <a:pPr lvl="1" algn="just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ESS: Recipient of  data from lower-level systems</a:t>
            </a:r>
          </a:p>
          <a:p>
            <a:pPr lvl="1" algn="just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may be exchanged between systems</a:t>
            </a:r>
          </a:p>
          <a:p>
            <a:pPr lvl="1" algn="just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reality, most businesses’ systems only loosely integrated</a:t>
            </a:r>
          </a:p>
          <a:p>
            <a:pPr algn="just" eaLnBrk="1" hangingPunct="1"/>
            <a:endParaRPr lang="en-US" altLang="en-US" sz="28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080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419100" y="1600200"/>
            <a:ext cx="384810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342900" indent="-342900" algn="just">
              <a:spcBef>
                <a:spcPct val="50000"/>
              </a:spcBef>
            </a:pPr>
            <a:r>
              <a:rPr lang="en-US" alt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various types of systems in the organization have interdependencies. </a:t>
            </a:r>
            <a:endParaRPr lang="en-US" altLang="en-US" sz="18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 algn="just">
              <a:spcBef>
                <a:spcPct val="50000"/>
              </a:spcBef>
            </a:pPr>
            <a:r>
              <a:rPr lang="en-US" altLang="en-US" sz="1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TPS </a:t>
            </a:r>
            <a:r>
              <a:rPr lang="en-US" alt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 major producers of information that is required by many other systems in the firm, which, in turn, produce information for other systems. </a:t>
            </a:r>
            <a:endParaRPr lang="en-US" altLang="en-US" sz="18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 algn="just">
              <a:spcBef>
                <a:spcPct val="50000"/>
              </a:spcBef>
            </a:pPr>
            <a:r>
              <a:rPr lang="en-US" altLang="en-US" sz="1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These </a:t>
            </a:r>
            <a:r>
              <a:rPr lang="en-US" alt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different types of systems are loosely coupled in most business firms, but increasingly firms are using new technologies to integrate information that resides in many different systems.</a:t>
            </a: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3198425312"/>
              </p:ext>
            </p:extLst>
          </p:nvPr>
        </p:nvGraphicFramePr>
        <p:xfrm>
          <a:off x="3429000" y="975827"/>
          <a:ext cx="6781800" cy="57730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19100" y="-152400"/>
            <a:ext cx="82296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Interrelationships Among </a:t>
            </a:r>
            <a: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Systems</a:t>
            </a:r>
            <a:endParaRPr lang="en-US" sz="3600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336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Problem: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100" y="1371600"/>
            <a:ext cx="7543800" cy="4876800"/>
          </a:xfrm>
        </p:spPr>
        <p:txBody>
          <a:bodyPr rtlCol="0">
            <a:normAutofit/>
          </a:bodyPr>
          <a:lstStyle/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Different kinds if IS in a firm work together 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challenge to get them all work together as one corporate system(information integration ) 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Solution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applications (systems) that span functional areas, focus on:</a:t>
            </a:r>
            <a:endParaRPr lang="en-US" sz="2400" b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Execute, coordinate business process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Integrate group of process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Focus on management of resources and customer service 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47957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Solution: Enterprise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342900" lvl="1" indent="-342900" algn="just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Include all levels of management</a:t>
            </a:r>
          </a:p>
          <a:p>
            <a:pPr marL="342900" lvl="1" indent="-342900" algn="just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Execute business processes across firm</a:t>
            </a:r>
          </a:p>
          <a:p>
            <a:pPr marL="342900" lvl="1" indent="-342900" algn="just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Span functional areas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Types </a:t>
            </a:r>
          </a:p>
          <a:p>
            <a:pPr lvl="1" algn="just"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Enterprise systems (ERP)</a:t>
            </a:r>
          </a:p>
          <a:p>
            <a:pPr lvl="1" algn="just"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Supply chain management systems (SCM)</a:t>
            </a:r>
          </a:p>
          <a:p>
            <a:pPr lvl="1" algn="just"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Customer relationship management systems (CRM)</a:t>
            </a:r>
          </a:p>
          <a:p>
            <a:pPr lvl="1" algn="just"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Knowledge management systems (KMS)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526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Enterprise systems (ERP)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1371600"/>
            <a:ext cx="4838700" cy="5105400"/>
          </a:xfrm>
        </p:spPr>
        <p:txBody>
          <a:bodyPr rtlCol="0">
            <a:normAutofit fontScale="92500" lnSpcReduction="20000"/>
          </a:bodyPr>
          <a:lstStyle/>
          <a:p>
            <a:pPr lvl="1" algn="just" eaLnBrk="1" fontAlgn="auto" hangingPunct="1">
              <a:spcAft>
                <a:spcPts val="0"/>
              </a:spcAft>
              <a:buFontTx/>
              <a:buChar char="•"/>
              <a:defRPr/>
            </a:pPr>
            <a:r>
              <a:rPr lang="en-US" sz="24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Collects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data from different firm functions and </a:t>
            </a:r>
            <a:r>
              <a:rPr lang="en-US" sz="24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stores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data in single central data repository to be shared among firm</a:t>
            </a:r>
          </a:p>
          <a:p>
            <a:pPr lvl="1" algn="just" eaLnBrk="1" fontAlgn="auto" hangingPunct="1">
              <a:spcAft>
                <a:spcPts val="0"/>
              </a:spcAft>
              <a:buFontTx/>
              <a:buChar char="•"/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Resolves problem of fragmented, redundant data sets and systems</a:t>
            </a:r>
          </a:p>
          <a:p>
            <a:pPr lvl="1" algn="just" eaLnBrk="1" fontAlgn="auto" hangingPunct="1">
              <a:spcAft>
                <a:spcPts val="0"/>
              </a:spcAft>
              <a:buFontTx/>
              <a:buChar char="•"/>
              <a:defRPr/>
            </a:pP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Enable: </a:t>
            </a:r>
          </a:p>
          <a:p>
            <a:pPr marL="1085850" lvl="2" algn="just" eaLnBrk="1" fontAlgn="auto" hangingPunct="1">
              <a:spcAft>
                <a:spcPts val="0"/>
              </a:spcAft>
              <a:buFontTx/>
              <a:buChar char="•"/>
              <a:defRPr/>
            </a:pP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Coordination of daily activities</a:t>
            </a:r>
          </a:p>
          <a:p>
            <a:pPr marL="1085850" lvl="2" algn="just" eaLnBrk="1" fontAlgn="auto" hangingPunct="1">
              <a:spcAft>
                <a:spcPts val="0"/>
              </a:spcAft>
              <a:buFontTx/>
              <a:buChar char="•"/>
              <a:defRPr/>
            </a:pP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Efficient response to customer orders (production, inventory)</a:t>
            </a:r>
          </a:p>
          <a:p>
            <a:pPr marL="1085850" lvl="2" algn="just" eaLnBrk="1" fontAlgn="auto" hangingPunct="1">
              <a:spcAft>
                <a:spcPts val="0"/>
              </a:spcAft>
              <a:buFontTx/>
              <a:buChar char="•"/>
              <a:defRPr/>
            </a:pP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Provide valuable information for improving management decision making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071290551"/>
              </p:ext>
            </p:extLst>
          </p:nvPr>
        </p:nvGraphicFramePr>
        <p:xfrm>
          <a:off x="5873931" y="1480457"/>
          <a:ext cx="3276600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50587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-76200"/>
            <a:ext cx="8229600" cy="1143000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Supply Chain </a:t>
            </a:r>
            <a:r>
              <a:rPr lang="en-US" sz="3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anagement </a:t>
            </a:r>
            <a:b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Systems (SCM)</a:t>
            </a:r>
            <a:endParaRPr lang="en-US" sz="36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371600"/>
            <a:ext cx="8153400" cy="4876800"/>
          </a:xfrm>
        </p:spPr>
        <p:txBody>
          <a:bodyPr rtlCol="0">
            <a:normAutofit/>
          </a:bodyPr>
          <a:lstStyle/>
          <a:p>
            <a:pPr lvl="1" algn="just" eaLnBrk="1" fontAlgn="auto" hangingPunct="1">
              <a:lnSpc>
                <a:spcPct val="120000"/>
              </a:lnSpc>
              <a:spcAft>
                <a:spcPts val="0"/>
              </a:spcAft>
              <a:buFontTx/>
              <a:buChar char="•"/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Manage firm’s relationships with suppliers</a:t>
            </a:r>
          </a:p>
          <a:p>
            <a:pPr lvl="1" algn="just" eaLnBrk="1" fontAlgn="auto" hangingPunct="1">
              <a:lnSpc>
                <a:spcPct val="120000"/>
              </a:lnSpc>
              <a:spcAft>
                <a:spcPts val="0"/>
              </a:spcAft>
              <a:buFontTx/>
              <a:buChar char="•"/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Share information about</a:t>
            </a:r>
          </a:p>
          <a:p>
            <a:pPr marL="1085850" lvl="2" algn="just" eaLnBrk="1" fontAlgn="auto" hangingPunct="1">
              <a:lnSpc>
                <a:spcPct val="120000"/>
              </a:lnSpc>
              <a:spcAft>
                <a:spcPts val="0"/>
              </a:spcAft>
              <a:buFontTx/>
              <a:buChar char="•"/>
              <a:defRPr/>
            </a:pP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Orders, production, inventory levels, delivery of products and services</a:t>
            </a:r>
          </a:p>
          <a:p>
            <a:pPr lvl="1" algn="just" eaLnBrk="1" fontAlgn="auto" hangingPunct="1">
              <a:lnSpc>
                <a:spcPct val="120000"/>
              </a:lnSpc>
              <a:spcAft>
                <a:spcPts val="0"/>
              </a:spcAft>
              <a:buFontTx/>
              <a:buChar char="•"/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Goal: Right amount of products to destination with least amount of time and lowest cost</a:t>
            </a:r>
          </a:p>
          <a:p>
            <a:pPr lvl="1" algn="just" eaLnBrk="1" fontAlgn="auto" hangingPunct="1">
              <a:lnSpc>
                <a:spcPct val="120000"/>
              </a:lnSpc>
              <a:spcAft>
                <a:spcPts val="0"/>
              </a:spcAft>
              <a:buFontTx/>
              <a:buChar char="•"/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Inaccurate info: excessive inventories; inaccurate manufacturing plans; missed production schedule; raise cost less satisfaction 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6732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228600"/>
            <a:ext cx="8229600" cy="1143000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Customer relationship </a:t>
            </a:r>
            <a:b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management systems (CRM)</a:t>
            </a:r>
            <a:b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36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8371" name="Content Placeholder 2"/>
          <p:cNvSpPr>
            <a:spLocks noGrp="1"/>
          </p:cNvSpPr>
          <p:nvPr>
            <p:ph idx="1"/>
          </p:nvPr>
        </p:nvSpPr>
        <p:spPr>
          <a:xfrm>
            <a:off x="480060" y="1447800"/>
            <a:ext cx="8153400" cy="4876800"/>
          </a:xfrm>
        </p:spPr>
        <p:txBody>
          <a:bodyPr>
            <a:normAutofit/>
          </a:bodyPr>
          <a:lstStyle/>
          <a:p>
            <a:pPr lvl="1" algn="just" eaLnBrk="1" hangingPunct="1">
              <a:lnSpc>
                <a:spcPct val="120000"/>
              </a:lnSpc>
              <a:buFontTx/>
              <a:buChar char="•"/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Provide information to coordinate all of the business processes that deal with customers in sales, marketing, and service to optimize revenue, customer satisfaction, and customer retention.</a:t>
            </a:r>
            <a:endParaRPr lang="en-US" altLang="en-US" sz="2400" b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just" eaLnBrk="1" hangingPunct="1">
              <a:lnSpc>
                <a:spcPct val="120000"/>
              </a:lnSpc>
              <a:buFontTx/>
              <a:buChar char="•"/>
            </a:pP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Integrate firm’s customer-related processes and support customer information from multiple communication channels (tel., email, </a:t>
            </a:r>
            <a:r>
              <a:rPr lang="en-US" altLang="en-US" sz="24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WiFi</a:t>
            </a:r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devices)</a:t>
            </a:r>
          </a:p>
          <a:p>
            <a:pPr algn="just" eaLnBrk="1" hangingPunct="1"/>
            <a:endParaRPr lang="en-US" alt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26" name="Picture 2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81548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4801518"/>
            <a:ext cx="1524000" cy="2056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22903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0"/>
            <a:ext cx="8229600" cy="11430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Knowledge management </a:t>
            </a:r>
            <a:b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6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systems (KMS)</a:t>
            </a:r>
            <a:endParaRPr lang="en-US" sz="36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371600"/>
            <a:ext cx="7848600" cy="4876800"/>
          </a:xfrm>
        </p:spPr>
        <p:txBody>
          <a:bodyPr rtlCol="0">
            <a:noAutofit/>
          </a:bodyPr>
          <a:lstStyle/>
          <a:p>
            <a:pPr algn="just" eaLnBrk="1" fontAlgn="auto" hangingPunct="1">
              <a:lnSpc>
                <a:spcPct val="120000"/>
              </a:lnSpc>
              <a:spcAft>
                <a:spcPts val="0"/>
              </a:spcAft>
              <a:buFontTx/>
              <a:buChar char="•"/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Knowledge and experience on how to create produce and deliver products and services</a:t>
            </a:r>
          </a:p>
          <a:p>
            <a:pPr algn="just" eaLnBrk="1" fontAlgn="auto" hangingPunct="1">
              <a:lnSpc>
                <a:spcPct val="120000"/>
              </a:lnSpc>
              <a:spcAft>
                <a:spcPts val="0"/>
              </a:spcAft>
              <a:buFontTx/>
              <a:buChar char="•"/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Collect Knowledge and experience and make available whenever and wherever </a:t>
            </a:r>
          </a:p>
          <a:p>
            <a:pPr algn="just" eaLnBrk="1" fontAlgn="auto" hangingPunct="1">
              <a:lnSpc>
                <a:spcPct val="120000"/>
              </a:lnSpc>
              <a:spcAft>
                <a:spcPts val="0"/>
              </a:spcAft>
              <a:buFontTx/>
              <a:buChar char="•"/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KMS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Support processes for acquiring, creating, storing, distributing, applying, integrating knowledge, link internal knowledge to external knowledge</a:t>
            </a:r>
          </a:p>
          <a:p>
            <a:pPr algn="just" eaLnBrk="1" fontAlgn="auto" hangingPunct="1">
              <a:lnSpc>
                <a:spcPct val="120000"/>
              </a:lnSpc>
              <a:spcAft>
                <a:spcPts val="0"/>
              </a:spcAft>
              <a:buFontTx/>
              <a:buChar char="•"/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Include enterprise-wide systems for: Managing documents, graphics and other digital knowledge objects; Directories of employees with expertise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0950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>
          <a:ln>
            <a:miter lim="800000"/>
            <a:headEnd/>
            <a:tailEnd/>
          </a:ln>
        </p:spPr>
        <p:txBody>
          <a:bodyPr rtlCol="0" anchor="t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Intranets and Extranets:    </a:t>
            </a:r>
            <a:br>
              <a:rPr lang="en-US" sz="40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4000" dirty="0" smtClean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0419" name="Content Placeholder 2"/>
          <p:cNvSpPr>
            <a:spLocks noGrp="1"/>
          </p:cNvSpPr>
          <p:nvPr>
            <p:ph idx="1"/>
          </p:nvPr>
        </p:nvSpPr>
        <p:spPr>
          <a:xfrm>
            <a:off x="800100" y="1385299"/>
            <a:ext cx="7543800" cy="4876800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Measure of information integration in firm </a:t>
            </a:r>
          </a:p>
          <a:p>
            <a:pPr algn="just" eaLnBrk="1" hangingPunct="1"/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Technology platforms (network) more than application </a:t>
            </a:r>
          </a:p>
          <a:p>
            <a:pPr algn="just" eaLnBrk="1" hangingPunct="1"/>
            <a:r>
              <a:rPr lang="en-US" alt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Tools are used to increase integration and expedite (speed) the flow of information within the firm </a:t>
            </a:r>
          </a:p>
          <a:p>
            <a:pPr algn="just" eaLnBrk="1" hangingPunct="1"/>
            <a:endParaRPr lang="en-US" alt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1066066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E-business, E-government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3900" y="1447800"/>
            <a:ext cx="8001000" cy="4876800"/>
          </a:xfrm>
        </p:spPr>
        <p:txBody>
          <a:bodyPr rtlCol="0">
            <a:normAutofit/>
          </a:bodyPr>
          <a:lstStyle/>
          <a:p>
            <a:pPr algn="just" eaLnBrk="1" fontAlgn="auto" hangingPunct="1">
              <a:spcAft>
                <a:spcPct val="20000"/>
              </a:spcAft>
              <a:buFontTx/>
              <a:buChar char="•"/>
              <a:defRPr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E-business (Electronic business):</a:t>
            </a:r>
          </a:p>
          <a:p>
            <a:pPr lvl="1" algn="just" eaLnBrk="1" fontAlgn="auto" hangingPunct="1">
              <a:spcAft>
                <a:spcPct val="20000"/>
              </a:spcAft>
              <a:buFontTx/>
              <a:buChar char="•"/>
              <a:defRPr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of digital technology and Internet to execute major business processes in the enterprise</a:t>
            </a:r>
          </a:p>
          <a:p>
            <a:pPr lvl="1" algn="just" eaLnBrk="1" fontAlgn="auto" hangingPunct="1">
              <a:spcAft>
                <a:spcPct val="20000"/>
              </a:spcAft>
              <a:buFontTx/>
              <a:buChar char="•"/>
              <a:defRPr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Includes e-commerce (electronic commerce):</a:t>
            </a:r>
          </a:p>
          <a:p>
            <a:pPr marL="1085850" lvl="2" algn="just" eaLnBrk="1" fontAlgn="auto" hangingPunct="1">
              <a:spcAft>
                <a:spcPct val="20000"/>
              </a:spcAft>
              <a:buFontTx/>
              <a:buChar char="•"/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Buying and selling of goods over</a:t>
            </a: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Internet</a:t>
            </a:r>
          </a:p>
          <a:p>
            <a:pPr algn="just" eaLnBrk="1" fontAlgn="auto" hangingPunct="1">
              <a:spcAft>
                <a:spcPct val="20000"/>
              </a:spcAft>
              <a:buFontTx/>
              <a:buChar char="•"/>
              <a:defRPr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E-government: </a:t>
            </a:r>
          </a:p>
          <a:p>
            <a:pPr lvl="1" algn="just" eaLnBrk="1" fontAlgn="auto" hangingPunct="1">
              <a:spcAft>
                <a:spcPct val="20000"/>
              </a:spcAft>
              <a:buFontTx/>
              <a:buChar char="•"/>
              <a:defRPr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application of Internet and networking technologies to digitally enable government and public sector agencies’ relationships with citizens, businesses, and other arms of government</a:t>
            </a:r>
          </a:p>
          <a:p>
            <a:pPr algn="just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3077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624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0545670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752600"/>
            <a:ext cx="6238422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76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4220</TotalTime>
  <Words>1240</Words>
  <Application>Microsoft Office PowerPoint</Application>
  <PresentationFormat>On-screen Show (4:3)</PresentationFormat>
  <Paragraphs>159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Tahoma</vt:lpstr>
      <vt:lpstr>Office Theme</vt:lpstr>
      <vt:lpstr>INF 2202  IS Strategy, Management and Acquisition  Lecture #2   </vt:lpstr>
      <vt:lpstr>Definitions </vt:lpstr>
      <vt:lpstr>Business processes</vt:lpstr>
      <vt:lpstr>Information technology and  business processes</vt:lpstr>
      <vt:lpstr>Functional business processes</vt:lpstr>
      <vt:lpstr>Sales and marketing systems </vt:lpstr>
      <vt:lpstr>Manufacturing and production  systems </vt:lpstr>
      <vt:lpstr>Finance and accounting  systems </vt:lpstr>
      <vt:lpstr>Human resource systems </vt:lpstr>
      <vt:lpstr>Systems from a constituency perspective </vt:lpstr>
      <vt:lpstr>Transaction processing  systems </vt:lpstr>
      <vt:lpstr>Management information  systems</vt:lpstr>
      <vt:lpstr>Decision support systems</vt:lpstr>
      <vt:lpstr>Executive support systems</vt:lpstr>
      <vt:lpstr>Relationship of systems  to one another </vt:lpstr>
      <vt:lpstr>Interrelationships Among  Systems</vt:lpstr>
      <vt:lpstr>Problem: </vt:lpstr>
      <vt:lpstr>Solution: Enterprise applications</vt:lpstr>
      <vt:lpstr>Enterprise systems (ERP)</vt:lpstr>
      <vt:lpstr>Supply Chain Management  Systems (SCM)</vt:lpstr>
      <vt:lpstr>Customer relationship  management systems (CRM) </vt:lpstr>
      <vt:lpstr>Knowledge management  systems (KMS)</vt:lpstr>
      <vt:lpstr>Intranets and Extranets:     </vt:lpstr>
      <vt:lpstr>E-business, E-government</vt:lpstr>
      <vt:lpstr>PowerPoint Presentation</vt:lpstr>
      <vt:lpstr>PowerPoint Presentation</vt:lpstr>
    </vt:vector>
  </TitlesOfParts>
  <Company>Deftones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AliAbdulla</dc:creator>
  <cp:lastModifiedBy>Asus</cp:lastModifiedBy>
  <cp:revision>107</cp:revision>
  <dcterms:created xsi:type="dcterms:W3CDTF">2015-03-01T11:00:00Z</dcterms:created>
  <dcterms:modified xsi:type="dcterms:W3CDTF">2026-06-02T05:54:36Z</dcterms:modified>
</cp:coreProperties>
</file>