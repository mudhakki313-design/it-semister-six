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28" r:id="rId3"/>
    <p:sldId id="329" r:id="rId4"/>
    <p:sldId id="32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26" r:id="rId18"/>
    <p:sldId id="327" r:id="rId19"/>
    <p:sldId id="330" r:id="rId20"/>
    <p:sldId id="274" r:id="rId21"/>
    <p:sldId id="275" r:id="rId22"/>
    <p:sldId id="331" r:id="rId23"/>
    <p:sldId id="276" r:id="rId24"/>
    <p:sldId id="333" r:id="rId25"/>
    <p:sldId id="332" r:id="rId26"/>
    <p:sldId id="334" r:id="rId27"/>
    <p:sldId id="278" r:id="rId28"/>
    <p:sldId id="279" r:id="rId29"/>
    <p:sldId id="280" r:id="rId30"/>
    <p:sldId id="281" r:id="rId31"/>
    <p:sldId id="282" r:id="rId32"/>
    <p:sldId id="335" r:id="rId33"/>
    <p:sldId id="336" r:id="rId34"/>
    <p:sldId id="337" r:id="rId35"/>
    <p:sldId id="338" r:id="rId36"/>
    <p:sldId id="339" r:id="rId37"/>
    <p:sldId id="284" r:id="rId38"/>
    <p:sldId id="285" r:id="rId39"/>
    <p:sldId id="340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BD15"/>
    <a:srgbClr val="0D01A3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43" autoAdjust="0"/>
  </p:normalViewPr>
  <p:slideViewPr>
    <p:cSldViewPr>
      <p:cViewPr varScale="1">
        <p:scale>
          <a:sx n="73" d="100"/>
          <a:sy n="73" d="100"/>
        </p:scale>
        <p:origin x="11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E4A5FD-C083-49C4-B225-D36EAA44E4BC}" type="doc">
      <dgm:prSet loTypeId="urn:microsoft.com/office/officeart/2005/8/layout/hProcess4" loCatId="process" qsTypeId="urn:microsoft.com/office/officeart/2005/8/quickstyle/3d3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DFCB735-A67B-46A4-AFA9-88B5D19DD5DB}">
      <dgm:prSet phldrT="[Text]"/>
      <dgm:spPr/>
      <dgm:t>
        <a:bodyPr/>
        <a:lstStyle/>
        <a:p>
          <a:r>
            <a:rPr lang="en-US" dirty="0" smtClean="0"/>
            <a:t>Data</a:t>
          </a:r>
          <a:endParaRPr lang="en-US" dirty="0"/>
        </a:p>
      </dgm:t>
    </dgm:pt>
    <dgm:pt modelId="{D5C1141F-01D6-464A-8477-CC689E29C1B4}" type="parTrans" cxnId="{83AE1F5C-997A-4DAB-8056-EC90D9909D3B}">
      <dgm:prSet/>
      <dgm:spPr/>
      <dgm:t>
        <a:bodyPr/>
        <a:lstStyle/>
        <a:p>
          <a:endParaRPr lang="en-US"/>
        </a:p>
      </dgm:t>
    </dgm:pt>
    <dgm:pt modelId="{8FEBA09E-D8FB-4807-9367-156F648B4B7D}" type="sibTrans" cxnId="{83AE1F5C-997A-4DAB-8056-EC90D9909D3B}">
      <dgm:prSet/>
      <dgm:spPr/>
      <dgm:t>
        <a:bodyPr/>
        <a:lstStyle/>
        <a:p>
          <a:endParaRPr lang="en-US"/>
        </a:p>
      </dgm:t>
    </dgm:pt>
    <dgm:pt modelId="{FA7DBD11-4F07-41DB-AAE4-21207FC9E627}">
      <dgm:prSet phldrT="[Text]"/>
      <dgm:spPr/>
      <dgm:t>
        <a:bodyPr/>
        <a:lstStyle/>
        <a:p>
          <a:r>
            <a:rPr lang="en-US" dirty="0" smtClean="0"/>
            <a:t>Processing</a:t>
          </a:r>
          <a:endParaRPr lang="en-US" dirty="0"/>
        </a:p>
      </dgm:t>
    </dgm:pt>
    <dgm:pt modelId="{883C5819-EFC2-4A48-ACE1-68331A7E377F}" type="parTrans" cxnId="{0FF5481F-F77B-4C8E-87AD-60B9B30C2A23}">
      <dgm:prSet/>
      <dgm:spPr/>
      <dgm:t>
        <a:bodyPr/>
        <a:lstStyle/>
        <a:p>
          <a:endParaRPr lang="en-US"/>
        </a:p>
      </dgm:t>
    </dgm:pt>
    <dgm:pt modelId="{61EC8DA8-CB98-4ED8-84AE-B98E57FFE6D7}" type="sibTrans" cxnId="{0FF5481F-F77B-4C8E-87AD-60B9B30C2A23}">
      <dgm:prSet/>
      <dgm:spPr/>
      <dgm:t>
        <a:bodyPr/>
        <a:lstStyle/>
        <a:p>
          <a:endParaRPr lang="en-US"/>
        </a:p>
      </dgm:t>
    </dgm:pt>
    <dgm:pt modelId="{03F81ECB-9F56-4042-9695-07946C2698C6}">
      <dgm:prSet phldrT="[Text]"/>
      <dgm:spPr/>
      <dgm:t>
        <a:bodyPr/>
        <a:lstStyle/>
        <a:p>
          <a:r>
            <a:rPr lang="en-US" dirty="0" smtClean="0"/>
            <a:t>Information</a:t>
          </a:r>
          <a:endParaRPr lang="en-US" dirty="0"/>
        </a:p>
      </dgm:t>
    </dgm:pt>
    <dgm:pt modelId="{9EBBFF4D-343D-41F5-B88F-6E0CBDA18F4F}" type="parTrans" cxnId="{36C405DF-AE20-4DC0-8DB5-0DD0BF1CD58C}">
      <dgm:prSet/>
      <dgm:spPr/>
      <dgm:t>
        <a:bodyPr/>
        <a:lstStyle/>
        <a:p>
          <a:endParaRPr lang="en-US"/>
        </a:p>
      </dgm:t>
    </dgm:pt>
    <dgm:pt modelId="{89D65BA0-A834-41DE-8878-1411C4EE0525}" type="sibTrans" cxnId="{36C405DF-AE20-4DC0-8DB5-0DD0BF1CD58C}">
      <dgm:prSet/>
      <dgm:spPr/>
      <dgm:t>
        <a:bodyPr/>
        <a:lstStyle/>
        <a:p>
          <a:endParaRPr lang="en-US"/>
        </a:p>
      </dgm:t>
    </dgm:pt>
    <dgm:pt modelId="{70079B02-6CAA-4A0C-9C97-04F9F84CFD37}">
      <dgm:prSet phldrT="[Text]"/>
      <dgm:spPr/>
      <dgm:t>
        <a:bodyPr/>
        <a:lstStyle/>
        <a:p>
          <a:endParaRPr lang="en-US" dirty="0"/>
        </a:p>
      </dgm:t>
    </dgm:pt>
    <dgm:pt modelId="{A07297D8-C6A3-4917-9859-BB12DF77A805}" type="parTrans" cxnId="{6E474A63-36A9-4455-9B20-25E5DA452CDB}">
      <dgm:prSet/>
      <dgm:spPr/>
      <dgm:t>
        <a:bodyPr/>
        <a:lstStyle/>
        <a:p>
          <a:endParaRPr lang="en-US"/>
        </a:p>
      </dgm:t>
    </dgm:pt>
    <dgm:pt modelId="{DB59A978-8E9E-4E60-AF75-4B9261F51891}" type="sibTrans" cxnId="{6E474A63-36A9-4455-9B20-25E5DA452CDB}">
      <dgm:prSet/>
      <dgm:spPr/>
      <dgm:t>
        <a:bodyPr/>
        <a:lstStyle/>
        <a:p>
          <a:endParaRPr lang="en-US"/>
        </a:p>
      </dgm:t>
    </dgm:pt>
    <dgm:pt modelId="{5D0ED000-3B29-4119-BBF0-829BD25808BF}" type="pres">
      <dgm:prSet presAssocID="{3FE4A5FD-C083-49C4-B225-D36EAA44E4B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B85A54-8D7B-48DE-A173-2CC279F7FAC2}" type="pres">
      <dgm:prSet presAssocID="{3FE4A5FD-C083-49C4-B225-D36EAA44E4BC}" presName="tSp" presStyleCnt="0"/>
      <dgm:spPr/>
    </dgm:pt>
    <dgm:pt modelId="{E106D164-845A-4C0E-9ABB-81F864F5455E}" type="pres">
      <dgm:prSet presAssocID="{3FE4A5FD-C083-49C4-B225-D36EAA44E4BC}" presName="bSp" presStyleCnt="0"/>
      <dgm:spPr/>
    </dgm:pt>
    <dgm:pt modelId="{A7EB22CB-CEE9-4A84-AB5B-AB4E0956E526}" type="pres">
      <dgm:prSet presAssocID="{3FE4A5FD-C083-49C4-B225-D36EAA44E4BC}" presName="process" presStyleCnt="0"/>
      <dgm:spPr/>
    </dgm:pt>
    <dgm:pt modelId="{569E3157-FFF7-445E-ACE0-A4F109A6625A}" type="pres">
      <dgm:prSet presAssocID="{1DFCB735-A67B-46A4-AFA9-88B5D19DD5DB}" presName="composite1" presStyleCnt="0"/>
      <dgm:spPr/>
    </dgm:pt>
    <dgm:pt modelId="{BD55EED1-1BA1-41E8-9C2B-31317C211EA5}" type="pres">
      <dgm:prSet presAssocID="{1DFCB735-A67B-46A4-AFA9-88B5D19DD5DB}" presName="dummyNode1" presStyleLbl="node1" presStyleIdx="0" presStyleCnt="3"/>
      <dgm:spPr/>
    </dgm:pt>
    <dgm:pt modelId="{D3E5BF62-8079-4433-AF23-F12F5AE06DB0}" type="pres">
      <dgm:prSet presAssocID="{1DFCB735-A67B-46A4-AFA9-88B5D19DD5DB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7196F9-0B74-464C-A9AC-8F361B97AE85}" type="pres">
      <dgm:prSet presAssocID="{1DFCB735-A67B-46A4-AFA9-88B5D19DD5DB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6696F2-7F4A-4993-A710-29D1013123DD}" type="pres">
      <dgm:prSet presAssocID="{1DFCB735-A67B-46A4-AFA9-88B5D19DD5DB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388F4B-1B85-4DF3-B4DA-7EEEC0C48595}" type="pres">
      <dgm:prSet presAssocID="{1DFCB735-A67B-46A4-AFA9-88B5D19DD5DB}" presName="connSite1" presStyleCnt="0"/>
      <dgm:spPr/>
    </dgm:pt>
    <dgm:pt modelId="{E6290048-8DEA-4429-AAF6-238A47145DD3}" type="pres">
      <dgm:prSet presAssocID="{8FEBA09E-D8FB-4807-9367-156F648B4B7D}" presName="Name9" presStyleLbl="sibTrans2D1" presStyleIdx="0" presStyleCnt="2"/>
      <dgm:spPr/>
      <dgm:t>
        <a:bodyPr/>
        <a:lstStyle/>
        <a:p>
          <a:endParaRPr lang="en-US"/>
        </a:p>
      </dgm:t>
    </dgm:pt>
    <dgm:pt modelId="{20D9F017-9284-4F94-980F-0B5EACEB7C39}" type="pres">
      <dgm:prSet presAssocID="{FA7DBD11-4F07-41DB-AAE4-21207FC9E627}" presName="composite2" presStyleCnt="0"/>
      <dgm:spPr/>
    </dgm:pt>
    <dgm:pt modelId="{2722EDD9-7933-4DC6-87DE-C95296A6FBA0}" type="pres">
      <dgm:prSet presAssocID="{FA7DBD11-4F07-41DB-AAE4-21207FC9E627}" presName="dummyNode2" presStyleLbl="node1" presStyleIdx="0" presStyleCnt="3"/>
      <dgm:spPr/>
    </dgm:pt>
    <dgm:pt modelId="{77EEECD4-00B4-4E10-92C9-8AF33F013B17}" type="pres">
      <dgm:prSet presAssocID="{FA7DBD11-4F07-41DB-AAE4-21207FC9E627}" presName="childNode2" presStyleLbl="bgAcc1" presStyleIdx="1" presStyleCnt="3" custLinFactNeighborX="1345" custLinFactNeighborY="-1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267A32-F3EE-4AD0-88BC-8CDEE2959088}" type="pres">
      <dgm:prSet presAssocID="{FA7DBD11-4F07-41DB-AAE4-21207FC9E627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458584-BA48-4A1A-8E79-DD24C49695CA}" type="pres">
      <dgm:prSet presAssocID="{FA7DBD11-4F07-41DB-AAE4-21207FC9E627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5BDB2D-42FC-4064-9C06-EF383A0D8010}" type="pres">
      <dgm:prSet presAssocID="{FA7DBD11-4F07-41DB-AAE4-21207FC9E627}" presName="connSite2" presStyleCnt="0"/>
      <dgm:spPr/>
    </dgm:pt>
    <dgm:pt modelId="{426FB922-DDE6-40CC-87E9-7C627E001A65}" type="pres">
      <dgm:prSet presAssocID="{61EC8DA8-CB98-4ED8-84AE-B98E57FFE6D7}" presName="Name18" presStyleLbl="sibTrans2D1" presStyleIdx="1" presStyleCnt="2"/>
      <dgm:spPr/>
      <dgm:t>
        <a:bodyPr/>
        <a:lstStyle/>
        <a:p>
          <a:endParaRPr lang="en-US"/>
        </a:p>
      </dgm:t>
    </dgm:pt>
    <dgm:pt modelId="{C3D4B0B1-26E5-4F56-A23A-0E4E5E149C7E}" type="pres">
      <dgm:prSet presAssocID="{03F81ECB-9F56-4042-9695-07946C2698C6}" presName="composite1" presStyleCnt="0"/>
      <dgm:spPr/>
    </dgm:pt>
    <dgm:pt modelId="{40F4AA04-1CDE-4F89-AA90-DF6AE3B42926}" type="pres">
      <dgm:prSet presAssocID="{03F81ECB-9F56-4042-9695-07946C2698C6}" presName="dummyNode1" presStyleLbl="node1" presStyleIdx="1" presStyleCnt="3"/>
      <dgm:spPr/>
    </dgm:pt>
    <dgm:pt modelId="{302E0186-78B9-49F5-85A7-48CC2A046AF5}" type="pres">
      <dgm:prSet presAssocID="{03F81ECB-9F56-4042-9695-07946C2698C6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120AEB-94E3-402E-9218-EBD297A63293}" type="pres">
      <dgm:prSet presAssocID="{03F81ECB-9F56-4042-9695-07946C2698C6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132480-FE65-4166-983B-3EADE9C49583}" type="pres">
      <dgm:prSet presAssocID="{03F81ECB-9F56-4042-9695-07946C2698C6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6918A-B397-424B-83D3-3297ADB31013}" type="pres">
      <dgm:prSet presAssocID="{03F81ECB-9F56-4042-9695-07946C2698C6}" presName="connSite1" presStyleCnt="0"/>
      <dgm:spPr/>
    </dgm:pt>
  </dgm:ptLst>
  <dgm:cxnLst>
    <dgm:cxn modelId="{076F9F3B-3D4A-4A06-9952-BA7A56449104}" type="presOf" srcId="{FA7DBD11-4F07-41DB-AAE4-21207FC9E627}" destId="{CA458584-BA48-4A1A-8E79-DD24C49695CA}" srcOrd="0" destOrd="0" presId="urn:microsoft.com/office/officeart/2005/8/layout/hProcess4"/>
    <dgm:cxn modelId="{6E474A63-36A9-4455-9B20-25E5DA452CDB}" srcId="{1DFCB735-A67B-46A4-AFA9-88B5D19DD5DB}" destId="{70079B02-6CAA-4A0C-9C97-04F9F84CFD37}" srcOrd="0" destOrd="0" parTransId="{A07297D8-C6A3-4917-9859-BB12DF77A805}" sibTransId="{DB59A978-8E9E-4E60-AF75-4B9261F51891}"/>
    <dgm:cxn modelId="{36C405DF-AE20-4DC0-8DB5-0DD0BF1CD58C}" srcId="{3FE4A5FD-C083-49C4-B225-D36EAA44E4BC}" destId="{03F81ECB-9F56-4042-9695-07946C2698C6}" srcOrd="2" destOrd="0" parTransId="{9EBBFF4D-343D-41F5-B88F-6E0CBDA18F4F}" sibTransId="{89D65BA0-A834-41DE-8878-1411C4EE0525}"/>
    <dgm:cxn modelId="{AB407A4C-10B3-4077-94A3-CBAFD80977A4}" type="presOf" srcId="{3FE4A5FD-C083-49C4-B225-D36EAA44E4BC}" destId="{5D0ED000-3B29-4119-BBF0-829BD25808BF}" srcOrd="0" destOrd="0" presId="urn:microsoft.com/office/officeart/2005/8/layout/hProcess4"/>
    <dgm:cxn modelId="{0FF5481F-F77B-4C8E-87AD-60B9B30C2A23}" srcId="{3FE4A5FD-C083-49C4-B225-D36EAA44E4BC}" destId="{FA7DBD11-4F07-41DB-AAE4-21207FC9E627}" srcOrd="1" destOrd="0" parTransId="{883C5819-EFC2-4A48-ACE1-68331A7E377F}" sibTransId="{61EC8DA8-CB98-4ED8-84AE-B98E57FFE6D7}"/>
    <dgm:cxn modelId="{71DE58A7-68FB-4383-B788-273169702F87}" type="presOf" srcId="{03F81ECB-9F56-4042-9695-07946C2698C6}" destId="{96132480-FE65-4166-983B-3EADE9C49583}" srcOrd="0" destOrd="0" presId="urn:microsoft.com/office/officeart/2005/8/layout/hProcess4"/>
    <dgm:cxn modelId="{83AE1F5C-997A-4DAB-8056-EC90D9909D3B}" srcId="{3FE4A5FD-C083-49C4-B225-D36EAA44E4BC}" destId="{1DFCB735-A67B-46A4-AFA9-88B5D19DD5DB}" srcOrd="0" destOrd="0" parTransId="{D5C1141F-01D6-464A-8477-CC689E29C1B4}" sibTransId="{8FEBA09E-D8FB-4807-9367-156F648B4B7D}"/>
    <dgm:cxn modelId="{5D2DAF4C-36AD-411C-BDF1-0C74EACF2E71}" type="presOf" srcId="{61EC8DA8-CB98-4ED8-84AE-B98E57FFE6D7}" destId="{426FB922-DDE6-40CC-87E9-7C627E001A65}" srcOrd="0" destOrd="0" presId="urn:microsoft.com/office/officeart/2005/8/layout/hProcess4"/>
    <dgm:cxn modelId="{F090AA54-417A-47F5-A3FA-A08B8733FE83}" type="presOf" srcId="{70079B02-6CAA-4A0C-9C97-04F9F84CFD37}" destId="{C47196F9-0B74-464C-A9AC-8F361B97AE85}" srcOrd="1" destOrd="0" presId="urn:microsoft.com/office/officeart/2005/8/layout/hProcess4"/>
    <dgm:cxn modelId="{16A9132F-577B-4B3F-8E33-0E629B8A369A}" type="presOf" srcId="{8FEBA09E-D8FB-4807-9367-156F648B4B7D}" destId="{E6290048-8DEA-4429-AAF6-238A47145DD3}" srcOrd="0" destOrd="0" presId="urn:microsoft.com/office/officeart/2005/8/layout/hProcess4"/>
    <dgm:cxn modelId="{5507356B-9203-4109-A855-5193C44FB1B0}" type="presOf" srcId="{1DFCB735-A67B-46A4-AFA9-88B5D19DD5DB}" destId="{086696F2-7F4A-4993-A710-29D1013123DD}" srcOrd="0" destOrd="0" presId="urn:microsoft.com/office/officeart/2005/8/layout/hProcess4"/>
    <dgm:cxn modelId="{456AC0FC-901D-4A38-8345-520E4060ED9A}" type="presOf" srcId="{70079B02-6CAA-4A0C-9C97-04F9F84CFD37}" destId="{D3E5BF62-8079-4433-AF23-F12F5AE06DB0}" srcOrd="0" destOrd="0" presId="urn:microsoft.com/office/officeart/2005/8/layout/hProcess4"/>
    <dgm:cxn modelId="{866B84DD-55E5-4974-A5F6-DBEF85B9174C}" type="presParOf" srcId="{5D0ED000-3B29-4119-BBF0-829BD25808BF}" destId="{C3B85A54-8D7B-48DE-A173-2CC279F7FAC2}" srcOrd="0" destOrd="0" presId="urn:microsoft.com/office/officeart/2005/8/layout/hProcess4"/>
    <dgm:cxn modelId="{777E2CE9-E6BC-4AFC-B50E-386E3628394B}" type="presParOf" srcId="{5D0ED000-3B29-4119-BBF0-829BD25808BF}" destId="{E106D164-845A-4C0E-9ABB-81F864F5455E}" srcOrd="1" destOrd="0" presId="urn:microsoft.com/office/officeart/2005/8/layout/hProcess4"/>
    <dgm:cxn modelId="{33F2CABB-9E62-4C7E-8E44-14E85B60EB80}" type="presParOf" srcId="{5D0ED000-3B29-4119-BBF0-829BD25808BF}" destId="{A7EB22CB-CEE9-4A84-AB5B-AB4E0956E526}" srcOrd="2" destOrd="0" presId="urn:microsoft.com/office/officeart/2005/8/layout/hProcess4"/>
    <dgm:cxn modelId="{C854E267-767E-4413-9CB4-6AB43A7BB821}" type="presParOf" srcId="{A7EB22CB-CEE9-4A84-AB5B-AB4E0956E526}" destId="{569E3157-FFF7-445E-ACE0-A4F109A6625A}" srcOrd="0" destOrd="0" presId="urn:microsoft.com/office/officeart/2005/8/layout/hProcess4"/>
    <dgm:cxn modelId="{359D1E1F-DF0E-47D6-9F4E-A878D9028727}" type="presParOf" srcId="{569E3157-FFF7-445E-ACE0-A4F109A6625A}" destId="{BD55EED1-1BA1-41E8-9C2B-31317C211EA5}" srcOrd="0" destOrd="0" presId="urn:microsoft.com/office/officeart/2005/8/layout/hProcess4"/>
    <dgm:cxn modelId="{FBD02A7B-2AE8-4C10-8D0B-08B291C18AE4}" type="presParOf" srcId="{569E3157-FFF7-445E-ACE0-A4F109A6625A}" destId="{D3E5BF62-8079-4433-AF23-F12F5AE06DB0}" srcOrd="1" destOrd="0" presId="urn:microsoft.com/office/officeart/2005/8/layout/hProcess4"/>
    <dgm:cxn modelId="{62F34D38-7D49-46A3-9CB8-271C2E1AFED0}" type="presParOf" srcId="{569E3157-FFF7-445E-ACE0-A4F109A6625A}" destId="{C47196F9-0B74-464C-A9AC-8F361B97AE85}" srcOrd="2" destOrd="0" presId="urn:microsoft.com/office/officeart/2005/8/layout/hProcess4"/>
    <dgm:cxn modelId="{C423B27D-D74F-47A2-B020-A3EE514F9B79}" type="presParOf" srcId="{569E3157-FFF7-445E-ACE0-A4F109A6625A}" destId="{086696F2-7F4A-4993-A710-29D1013123DD}" srcOrd="3" destOrd="0" presId="urn:microsoft.com/office/officeart/2005/8/layout/hProcess4"/>
    <dgm:cxn modelId="{5D7F1C29-72D2-420C-963B-735D76113A2A}" type="presParOf" srcId="{569E3157-FFF7-445E-ACE0-A4F109A6625A}" destId="{75388F4B-1B85-4DF3-B4DA-7EEEC0C48595}" srcOrd="4" destOrd="0" presId="urn:microsoft.com/office/officeart/2005/8/layout/hProcess4"/>
    <dgm:cxn modelId="{3A642340-68D3-45E3-A6E8-027B4DEBB723}" type="presParOf" srcId="{A7EB22CB-CEE9-4A84-AB5B-AB4E0956E526}" destId="{E6290048-8DEA-4429-AAF6-238A47145DD3}" srcOrd="1" destOrd="0" presId="urn:microsoft.com/office/officeart/2005/8/layout/hProcess4"/>
    <dgm:cxn modelId="{DE1CB19F-9CFE-4CA3-8F6A-66C02856C0D7}" type="presParOf" srcId="{A7EB22CB-CEE9-4A84-AB5B-AB4E0956E526}" destId="{20D9F017-9284-4F94-980F-0B5EACEB7C39}" srcOrd="2" destOrd="0" presId="urn:microsoft.com/office/officeart/2005/8/layout/hProcess4"/>
    <dgm:cxn modelId="{6A711BB2-2B15-4F1E-83BB-B0255ECD8D62}" type="presParOf" srcId="{20D9F017-9284-4F94-980F-0B5EACEB7C39}" destId="{2722EDD9-7933-4DC6-87DE-C95296A6FBA0}" srcOrd="0" destOrd="0" presId="urn:microsoft.com/office/officeart/2005/8/layout/hProcess4"/>
    <dgm:cxn modelId="{34F2814D-D1D9-4E96-A59F-F199CC406060}" type="presParOf" srcId="{20D9F017-9284-4F94-980F-0B5EACEB7C39}" destId="{77EEECD4-00B4-4E10-92C9-8AF33F013B17}" srcOrd="1" destOrd="0" presId="urn:microsoft.com/office/officeart/2005/8/layout/hProcess4"/>
    <dgm:cxn modelId="{0694003D-85EA-4E5B-ABA8-04606DAA094C}" type="presParOf" srcId="{20D9F017-9284-4F94-980F-0B5EACEB7C39}" destId="{25267A32-F3EE-4AD0-88BC-8CDEE2959088}" srcOrd="2" destOrd="0" presId="urn:microsoft.com/office/officeart/2005/8/layout/hProcess4"/>
    <dgm:cxn modelId="{2360693A-295F-4C3B-AA6F-2A6D4530220A}" type="presParOf" srcId="{20D9F017-9284-4F94-980F-0B5EACEB7C39}" destId="{CA458584-BA48-4A1A-8E79-DD24C49695CA}" srcOrd="3" destOrd="0" presId="urn:microsoft.com/office/officeart/2005/8/layout/hProcess4"/>
    <dgm:cxn modelId="{A7F65F58-D964-428C-8674-E2B321B090A8}" type="presParOf" srcId="{20D9F017-9284-4F94-980F-0B5EACEB7C39}" destId="{605BDB2D-42FC-4064-9C06-EF383A0D8010}" srcOrd="4" destOrd="0" presId="urn:microsoft.com/office/officeart/2005/8/layout/hProcess4"/>
    <dgm:cxn modelId="{BD7C7593-E922-4411-AFBC-E94DA1F705C4}" type="presParOf" srcId="{A7EB22CB-CEE9-4A84-AB5B-AB4E0956E526}" destId="{426FB922-DDE6-40CC-87E9-7C627E001A65}" srcOrd="3" destOrd="0" presId="urn:microsoft.com/office/officeart/2005/8/layout/hProcess4"/>
    <dgm:cxn modelId="{860ACB1E-DD74-4737-8885-219EAA5D8127}" type="presParOf" srcId="{A7EB22CB-CEE9-4A84-AB5B-AB4E0956E526}" destId="{C3D4B0B1-26E5-4F56-A23A-0E4E5E149C7E}" srcOrd="4" destOrd="0" presId="urn:microsoft.com/office/officeart/2005/8/layout/hProcess4"/>
    <dgm:cxn modelId="{47477C64-6C2A-4685-BD7C-D1258321E859}" type="presParOf" srcId="{C3D4B0B1-26E5-4F56-A23A-0E4E5E149C7E}" destId="{40F4AA04-1CDE-4F89-AA90-DF6AE3B42926}" srcOrd="0" destOrd="0" presId="urn:microsoft.com/office/officeart/2005/8/layout/hProcess4"/>
    <dgm:cxn modelId="{503EE552-56D5-48AE-86F6-4A2AB22BAED8}" type="presParOf" srcId="{C3D4B0B1-26E5-4F56-A23A-0E4E5E149C7E}" destId="{302E0186-78B9-49F5-85A7-48CC2A046AF5}" srcOrd="1" destOrd="0" presId="urn:microsoft.com/office/officeart/2005/8/layout/hProcess4"/>
    <dgm:cxn modelId="{9EB7526A-67B5-44C4-B544-082A3C22877F}" type="presParOf" srcId="{C3D4B0B1-26E5-4F56-A23A-0E4E5E149C7E}" destId="{39120AEB-94E3-402E-9218-EBD297A63293}" srcOrd="2" destOrd="0" presId="urn:microsoft.com/office/officeart/2005/8/layout/hProcess4"/>
    <dgm:cxn modelId="{123132C1-EAFA-45AA-A4F6-A354CEB23690}" type="presParOf" srcId="{C3D4B0B1-26E5-4F56-A23A-0E4E5E149C7E}" destId="{96132480-FE65-4166-983B-3EADE9C49583}" srcOrd="3" destOrd="0" presId="urn:microsoft.com/office/officeart/2005/8/layout/hProcess4"/>
    <dgm:cxn modelId="{498C11DF-6496-4BF7-8AAE-D7CD21DE9D2F}" type="presParOf" srcId="{C3D4B0B1-26E5-4F56-A23A-0E4E5E149C7E}" destId="{A536918A-B397-424B-83D3-3297ADB3101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041EC4-0DBD-43C7-81D7-7625BFBBDD5B}" type="doc">
      <dgm:prSet loTypeId="urn:microsoft.com/office/officeart/2005/8/layout/chevron2" loCatId="list" qsTypeId="urn:microsoft.com/office/officeart/2005/8/quickstyle/3d3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931B137-7EE7-4F96-BD99-3228F0B4EACB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72E6531-E41F-4AA8-AA39-46E231A1C1EE}" type="parTrans" cxnId="{CDEFF00A-E963-4135-BECD-001777B53B77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730B4FB-9E76-4245-BBE9-B69A7E3CBD21}" type="sibTrans" cxnId="{CDEFF00A-E963-4135-BECD-001777B53B77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173052C-73C9-4DAB-9EA8-9CA5D48505AC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B20F122-D9CB-424F-9524-A21276472888}" type="parTrans" cxnId="{8CB34B8A-8538-45B5-96CE-D5E6AAE7707C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022D78C-4811-4395-A56C-22E1E4DE1FE6}" type="sibTrans" cxnId="{8CB34B8A-8538-45B5-96CE-D5E6AAE7707C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C4E27E4-338A-4A19-BE32-87DC200EA17B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System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CAF5EC0-A2BA-4EE4-BAA1-673826A34D4C}" type="parTrans" cxnId="{9E468574-9EB8-44C2-AB06-797CDB80D455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3BBF081-73E6-47BB-98EC-760238755ACE}" type="sibTrans" cxnId="{9E468574-9EB8-44C2-AB06-797CDB80D455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1295082-FE3C-4FCE-94C7-1C6AB84952FA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60BAB2C-1C6A-4872-900A-2567B630E6D3}" type="parTrans" cxnId="{4D9B0103-1351-4A8E-BF8D-970387A84492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49C22DA-6C86-4C35-8D06-6C593FE3BBA5}" type="sibTrans" cxnId="{4D9B0103-1351-4A8E-BF8D-970387A84492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5034944-2BC8-49E0-A81F-684878E41489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440208F-F2F3-4FE4-A2EC-7EC4DB05CFAD}" type="parTrans" cxnId="{316FD1DB-33B1-455F-A1B4-C0B1AA425FDE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30DC4B4-48E9-4DE9-BCFD-183F7DB0A58A}" type="sibTrans" cxnId="{316FD1DB-33B1-455F-A1B4-C0B1AA425FDE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8CCBC86-0364-42D9-A5E1-1C8FC6246E58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8FFB06A-660E-4345-980B-4C3388BB5E96}" type="parTrans" cxnId="{52B33BDC-43C9-4149-8504-65F994C0A95B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ACF6665-9FCB-4336-9429-9732B250DE77}" type="sibTrans" cxnId="{52B33BDC-43C9-4149-8504-65F994C0A95B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5ADB7BC-43AF-4D34-A52F-34EF36F6CC9D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 System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CE6F4CC-0BB6-4B89-85E5-3FF7E0C01795}" type="parTrans" cxnId="{76EA813C-C433-4F22-A1F0-312F9F86B01F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F171414-643C-482B-8A18-68DB460E7E2E}" type="sibTrans" cxnId="{76EA813C-C433-4F22-A1F0-312F9F86B01F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37FA75C-27AF-4C04-AA80-66D17F693696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6A0C94E-B6CB-45F9-B121-496B72FB7BB4}" type="parTrans" cxnId="{69B2DDD0-1889-49D8-91E7-06D3CDE6470F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E0D1FD4-0868-42B2-9927-3DE06DD055BE}" type="sibTrans" cxnId="{69B2DDD0-1889-49D8-91E7-06D3CDE6470F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9EB0F83-1548-48FF-9984-37A90DC5E1DC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2F6BB2-7373-45E0-A27C-0073B6411A08}" type="parTrans" cxnId="{C3ECC6B1-5691-45F3-964E-C4E067495C9C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9A7050-10A4-4301-BE15-9355940F297C}" type="sibTrans" cxnId="{C3ECC6B1-5691-45F3-964E-C4E067495C9C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C2C9CAF-174A-4131-9B97-0CC1340D6B0F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5157846-9B26-492E-B9A3-1765F77DC202}" type="parTrans" cxnId="{3749129E-3D0A-45B9-BCA7-EAD1373A7EA6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C7076D9-8C59-44EF-8CD6-B66B99B6F967}" type="sibTrans" cxnId="{3749129E-3D0A-45B9-BCA7-EAD1373A7EA6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F8D2F9-A1EC-4F36-8B50-E5CEF06708C9}">
      <dgm:prSet phldrT="[Text]" custT="1"/>
      <dgm:spPr/>
      <dgm:t>
        <a:bodyPr/>
        <a:lstStyle/>
        <a:p>
          <a:r>
            <a: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Process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402E55E-F91D-4954-B800-2D86A9F7CBEA}" type="parTrans" cxnId="{C20EA11A-C226-4B3A-A201-993BF11AD08B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7256640-46F5-4A5A-852B-2B853DA81A91}" type="sibTrans" cxnId="{C20EA11A-C226-4B3A-A201-993BF11AD08B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26D7B33-85E7-4104-9E81-0939F4B65AC6}">
      <dgm:prSet phldrT="[Text]" custT="1"/>
      <dgm:spPr/>
      <dgm:t>
        <a:bodyPr/>
        <a:lstStyle/>
        <a:p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F906D8E-AD08-4584-AEEF-3ECCBBC86B9A}" type="parTrans" cxnId="{38D51614-1897-4DBB-95BB-D269A76EDDA7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25F2BDD-4F64-4444-AA16-A942C4DD2063}" type="sibTrans" cxnId="{38D51614-1897-4DBB-95BB-D269A76EDDA7}">
      <dgm:prSet/>
      <dgm:spPr/>
      <dgm:t>
        <a:bodyPr/>
        <a:lstStyle/>
        <a:p>
          <a:endParaRPr lang="en-US" sz="24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2AF7EE0-09E3-49A0-AD9A-C49F0E2EAC55}" type="pres">
      <dgm:prSet presAssocID="{BD041EC4-0DBD-43C7-81D7-7625BFBBDD5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AAAAFBC-15BE-4699-99F5-F05A048EDB7D}" type="pres">
      <dgm:prSet presAssocID="{3931B137-7EE7-4F96-BD99-3228F0B4EACB}" presName="composite" presStyleCnt="0"/>
      <dgm:spPr/>
    </dgm:pt>
    <dgm:pt modelId="{C845A00A-54D8-44CD-9325-D8CA290F4BE3}" type="pres">
      <dgm:prSet presAssocID="{3931B137-7EE7-4F96-BD99-3228F0B4EACB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0EB31D-3EC1-4B7D-A807-23584658AF8A}" type="pres">
      <dgm:prSet presAssocID="{3931B137-7EE7-4F96-BD99-3228F0B4EACB}" presName="descendantText" presStyleLbl="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5795D1-BB46-4E2C-962A-0F1A626BC5BB}" type="pres">
      <dgm:prSet presAssocID="{2730B4FB-9E76-4245-BBE9-B69A7E3CBD21}" presName="sp" presStyleCnt="0"/>
      <dgm:spPr/>
    </dgm:pt>
    <dgm:pt modelId="{8FB70ADF-AC85-4A9A-8FAD-3DECF76F96B2}" type="pres">
      <dgm:prSet presAssocID="{15034944-2BC8-49E0-A81F-684878E41489}" presName="composite" presStyleCnt="0"/>
      <dgm:spPr/>
    </dgm:pt>
    <dgm:pt modelId="{EF1005E0-AF89-4C41-98F9-AD0E5FCB9A79}" type="pres">
      <dgm:prSet presAssocID="{15034944-2BC8-49E0-A81F-684878E41489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29BA09-AA15-4492-9D05-961AFE6986D1}" type="pres">
      <dgm:prSet presAssocID="{15034944-2BC8-49E0-A81F-684878E41489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C7CAC0-808F-42B6-A72D-7F8A0F48ECF2}" type="pres">
      <dgm:prSet presAssocID="{330DC4B4-48E9-4DE9-BCFD-183F7DB0A58A}" presName="sp" presStyleCnt="0"/>
      <dgm:spPr/>
    </dgm:pt>
    <dgm:pt modelId="{F2355C98-7D22-4375-806E-092B97EC9518}" type="pres">
      <dgm:prSet presAssocID="{58CCBC86-0364-42D9-A5E1-1C8FC6246E58}" presName="composite" presStyleCnt="0"/>
      <dgm:spPr/>
    </dgm:pt>
    <dgm:pt modelId="{279971C2-CBCD-4510-A12A-4EFAACC5E0AC}" type="pres">
      <dgm:prSet presAssocID="{58CCBC86-0364-42D9-A5E1-1C8FC6246E58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CC953D-94FA-4EA4-8389-0715E57B2AE5}" type="pres">
      <dgm:prSet presAssocID="{58CCBC86-0364-42D9-A5E1-1C8FC6246E58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5251D2-B720-430B-B8E7-26E569DC0ED5}" type="pres">
      <dgm:prSet presAssocID="{6ACF6665-9FCB-4336-9429-9732B250DE77}" presName="sp" presStyleCnt="0"/>
      <dgm:spPr/>
    </dgm:pt>
    <dgm:pt modelId="{8977B5CF-64CF-45D8-9631-61763ED5126E}" type="pres">
      <dgm:prSet presAssocID="{737FA75C-27AF-4C04-AA80-66D17F693696}" presName="composite" presStyleCnt="0"/>
      <dgm:spPr/>
    </dgm:pt>
    <dgm:pt modelId="{7EEDE570-EB50-4F86-A936-67A7568390CE}" type="pres">
      <dgm:prSet presAssocID="{737FA75C-27AF-4C04-AA80-66D17F693696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A73516-4228-4522-8608-27843DF8C9A3}" type="pres">
      <dgm:prSet presAssocID="{737FA75C-27AF-4C04-AA80-66D17F693696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964B4A-24FE-44F5-85C1-6E614076942D}" type="pres">
      <dgm:prSet presAssocID="{2E0D1FD4-0868-42B2-9927-3DE06DD055BE}" presName="sp" presStyleCnt="0"/>
      <dgm:spPr/>
    </dgm:pt>
    <dgm:pt modelId="{604AE540-1FF9-437B-9B7F-9FE34CA31A5C}" type="pres">
      <dgm:prSet presAssocID="{3C2C9CAF-174A-4131-9B97-0CC1340D6B0F}" presName="composite" presStyleCnt="0"/>
      <dgm:spPr/>
    </dgm:pt>
    <dgm:pt modelId="{01FD7163-B3DD-4497-AFB7-AD3A576954AA}" type="pres">
      <dgm:prSet presAssocID="{3C2C9CAF-174A-4131-9B97-0CC1340D6B0F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637E8E-076B-4319-9FBE-503B9CD8FB23}" type="pres">
      <dgm:prSet presAssocID="{3C2C9CAF-174A-4131-9B97-0CC1340D6B0F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9E64FE-D872-4058-B026-BF263102238A}" type="pres">
      <dgm:prSet presAssocID="{EC7076D9-8C59-44EF-8CD6-B66B99B6F967}" presName="sp" presStyleCnt="0"/>
      <dgm:spPr/>
    </dgm:pt>
    <dgm:pt modelId="{F03D611B-7D5B-436E-8C87-C87BD7B36D8C}" type="pres">
      <dgm:prSet presAssocID="{C26D7B33-85E7-4104-9E81-0939F4B65AC6}" presName="composite" presStyleCnt="0"/>
      <dgm:spPr/>
    </dgm:pt>
    <dgm:pt modelId="{AE282BFD-BEC0-49FD-BD6F-71C9C9B8DD53}" type="pres">
      <dgm:prSet presAssocID="{C26D7B33-85E7-4104-9E81-0939F4B65AC6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0373BE-4FFC-483B-86E4-EFEB84ED9743}" type="pres">
      <dgm:prSet presAssocID="{C26D7B33-85E7-4104-9E81-0939F4B65AC6}" presName="descendantText" presStyleLbl="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5D5086-36CD-4CB8-A566-548E48F7A84D}" type="presOf" srcId="{BD041EC4-0DBD-43C7-81D7-7625BFBBDD5B}" destId="{42AF7EE0-09E3-49A0-AD9A-C49F0E2EAC55}" srcOrd="0" destOrd="0" presId="urn:microsoft.com/office/officeart/2005/8/layout/chevron2"/>
    <dgm:cxn modelId="{1E5C9B86-3A98-4C53-A9F9-6DE30D1CE054}" type="presOf" srcId="{3931B137-7EE7-4F96-BD99-3228F0B4EACB}" destId="{C845A00A-54D8-44CD-9325-D8CA290F4BE3}" srcOrd="0" destOrd="0" presId="urn:microsoft.com/office/officeart/2005/8/layout/chevron2"/>
    <dgm:cxn modelId="{ABD7F37B-7C7D-47F7-90F4-3CC168361BB3}" type="presOf" srcId="{47F8D2F9-A1EC-4F36-8B50-E5CEF06708C9}" destId="{860373BE-4FFC-483B-86E4-EFEB84ED9743}" srcOrd="0" destOrd="0" presId="urn:microsoft.com/office/officeart/2005/8/layout/chevron2"/>
    <dgm:cxn modelId="{3749129E-3D0A-45B9-BCA7-EAD1373A7EA6}" srcId="{BD041EC4-0DBD-43C7-81D7-7625BFBBDD5B}" destId="{3C2C9CAF-174A-4131-9B97-0CC1340D6B0F}" srcOrd="4" destOrd="0" parTransId="{F5157846-9B26-492E-B9A3-1765F77DC202}" sibTransId="{EC7076D9-8C59-44EF-8CD6-B66B99B6F967}"/>
    <dgm:cxn modelId="{76EA813C-C433-4F22-A1F0-312F9F86B01F}" srcId="{737FA75C-27AF-4C04-AA80-66D17F693696}" destId="{05ADB7BC-43AF-4D34-A52F-34EF36F6CC9D}" srcOrd="0" destOrd="0" parTransId="{ACE6F4CC-0BB6-4B89-85E5-3FF7E0C01795}" sibTransId="{3F171414-643C-482B-8A18-68DB460E7E2E}"/>
    <dgm:cxn modelId="{30615DF2-D5DF-416F-AC32-220FBE74A9CA}" type="presOf" srcId="{737FA75C-27AF-4C04-AA80-66D17F693696}" destId="{7EEDE570-EB50-4F86-A936-67A7568390CE}" srcOrd="0" destOrd="0" presId="urn:microsoft.com/office/officeart/2005/8/layout/chevron2"/>
    <dgm:cxn modelId="{0E174063-5157-4E22-B324-3CFCF8BFC65C}" type="presOf" srcId="{3C4E27E4-338A-4A19-BE32-87DC200EA17B}" destId="{E0CC953D-94FA-4EA4-8389-0715E57B2AE5}" srcOrd="0" destOrd="0" presId="urn:microsoft.com/office/officeart/2005/8/layout/chevron2"/>
    <dgm:cxn modelId="{9E468574-9EB8-44C2-AB06-797CDB80D455}" srcId="{58CCBC86-0364-42D9-A5E1-1C8FC6246E58}" destId="{3C4E27E4-338A-4A19-BE32-87DC200EA17B}" srcOrd="0" destOrd="0" parTransId="{7CAF5EC0-A2BA-4EE4-BAA1-673826A34D4C}" sibTransId="{93BBF081-73E6-47BB-98EC-760238755ACE}"/>
    <dgm:cxn modelId="{52B33BDC-43C9-4149-8504-65F994C0A95B}" srcId="{BD041EC4-0DBD-43C7-81D7-7625BFBBDD5B}" destId="{58CCBC86-0364-42D9-A5E1-1C8FC6246E58}" srcOrd="2" destOrd="0" parTransId="{C8FFB06A-660E-4345-980B-4C3388BB5E96}" sibTransId="{6ACF6665-9FCB-4336-9429-9732B250DE77}"/>
    <dgm:cxn modelId="{4F5B4DA4-A38E-443F-B76A-0B30EBDC28E4}" type="presOf" srcId="{4173052C-73C9-4DAB-9EA8-9CA5D48505AC}" destId="{720EB31D-3EC1-4B7D-A807-23584658AF8A}" srcOrd="0" destOrd="0" presId="urn:microsoft.com/office/officeart/2005/8/layout/chevron2"/>
    <dgm:cxn modelId="{EDEFFB04-DF36-4A34-9D0A-497CE38AE574}" type="presOf" srcId="{15034944-2BC8-49E0-A81F-684878E41489}" destId="{EF1005E0-AF89-4C41-98F9-AD0E5FCB9A79}" srcOrd="0" destOrd="0" presId="urn:microsoft.com/office/officeart/2005/8/layout/chevron2"/>
    <dgm:cxn modelId="{69B2DDD0-1889-49D8-91E7-06D3CDE6470F}" srcId="{BD041EC4-0DBD-43C7-81D7-7625BFBBDD5B}" destId="{737FA75C-27AF-4C04-AA80-66D17F693696}" srcOrd="3" destOrd="0" parTransId="{56A0C94E-B6CB-45F9-B121-496B72FB7BB4}" sibTransId="{2E0D1FD4-0868-42B2-9927-3DE06DD055BE}"/>
    <dgm:cxn modelId="{316FD1DB-33B1-455F-A1B4-C0B1AA425FDE}" srcId="{BD041EC4-0DBD-43C7-81D7-7625BFBBDD5B}" destId="{15034944-2BC8-49E0-A81F-684878E41489}" srcOrd="1" destOrd="0" parTransId="{F440208F-F2F3-4FE4-A2EC-7EC4DB05CFAD}" sibTransId="{330DC4B4-48E9-4DE9-BCFD-183F7DB0A58A}"/>
    <dgm:cxn modelId="{AB05819F-E94D-4A1D-AD4C-92104BE55C51}" type="presOf" srcId="{C26D7B33-85E7-4104-9E81-0939F4B65AC6}" destId="{AE282BFD-BEC0-49FD-BD6F-71C9C9B8DD53}" srcOrd="0" destOrd="0" presId="urn:microsoft.com/office/officeart/2005/8/layout/chevron2"/>
    <dgm:cxn modelId="{EAB4678A-139C-4B31-BDA4-99A94CC5E9EF}" type="presOf" srcId="{58CCBC86-0364-42D9-A5E1-1C8FC6246E58}" destId="{279971C2-CBCD-4510-A12A-4EFAACC5E0AC}" srcOrd="0" destOrd="0" presId="urn:microsoft.com/office/officeart/2005/8/layout/chevron2"/>
    <dgm:cxn modelId="{C20EA11A-C226-4B3A-A201-993BF11AD08B}" srcId="{C26D7B33-85E7-4104-9E81-0939F4B65AC6}" destId="{47F8D2F9-A1EC-4F36-8B50-E5CEF06708C9}" srcOrd="0" destOrd="0" parTransId="{E402E55E-F91D-4954-B800-2D86A9F7CBEA}" sibTransId="{C7256640-46F5-4A5A-852B-2B853DA81A91}"/>
    <dgm:cxn modelId="{CDEFF00A-E963-4135-BECD-001777B53B77}" srcId="{BD041EC4-0DBD-43C7-81D7-7625BFBBDD5B}" destId="{3931B137-7EE7-4F96-BD99-3228F0B4EACB}" srcOrd="0" destOrd="0" parTransId="{772E6531-E41F-4AA8-AA39-46E231A1C1EE}" sibTransId="{2730B4FB-9E76-4245-BBE9-B69A7E3CBD21}"/>
    <dgm:cxn modelId="{C3ECC6B1-5691-45F3-964E-C4E067495C9C}" srcId="{3C2C9CAF-174A-4131-9B97-0CC1340D6B0F}" destId="{29EB0F83-1548-48FF-9984-37A90DC5E1DC}" srcOrd="0" destOrd="0" parTransId="{8D2F6BB2-7373-45E0-A27C-0073B6411A08}" sibTransId="{479A7050-10A4-4301-BE15-9355940F297C}"/>
    <dgm:cxn modelId="{8328A83C-2ABA-45D1-88DD-E47C461D1E74}" type="presOf" srcId="{3C2C9CAF-174A-4131-9B97-0CC1340D6B0F}" destId="{01FD7163-B3DD-4497-AFB7-AD3A576954AA}" srcOrd="0" destOrd="0" presId="urn:microsoft.com/office/officeart/2005/8/layout/chevron2"/>
    <dgm:cxn modelId="{2E590644-2833-4732-8A36-5EF13C12EA32}" type="presOf" srcId="{05ADB7BC-43AF-4D34-A52F-34EF36F6CC9D}" destId="{72A73516-4228-4522-8608-27843DF8C9A3}" srcOrd="0" destOrd="0" presId="urn:microsoft.com/office/officeart/2005/8/layout/chevron2"/>
    <dgm:cxn modelId="{4D9B0103-1351-4A8E-BF8D-970387A84492}" srcId="{15034944-2BC8-49E0-A81F-684878E41489}" destId="{91295082-FE3C-4FCE-94C7-1C6AB84952FA}" srcOrd="0" destOrd="0" parTransId="{C60BAB2C-1C6A-4872-900A-2567B630E6D3}" sibTransId="{F49C22DA-6C86-4C35-8D06-6C593FE3BBA5}"/>
    <dgm:cxn modelId="{0502AC19-7463-4213-A261-F1DB9DB457B7}" type="presOf" srcId="{91295082-FE3C-4FCE-94C7-1C6AB84952FA}" destId="{6C29BA09-AA15-4492-9D05-961AFE6986D1}" srcOrd="0" destOrd="0" presId="urn:microsoft.com/office/officeart/2005/8/layout/chevron2"/>
    <dgm:cxn modelId="{8CB34B8A-8538-45B5-96CE-D5E6AAE7707C}" srcId="{3931B137-7EE7-4F96-BD99-3228F0B4EACB}" destId="{4173052C-73C9-4DAB-9EA8-9CA5D48505AC}" srcOrd="0" destOrd="0" parTransId="{DB20F122-D9CB-424F-9524-A21276472888}" sibTransId="{8022D78C-4811-4395-A56C-22E1E4DE1FE6}"/>
    <dgm:cxn modelId="{38D51614-1897-4DBB-95BB-D269A76EDDA7}" srcId="{BD041EC4-0DBD-43C7-81D7-7625BFBBDD5B}" destId="{C26D7B33-85E7-4104-9E81-0939F4B65AC6}" srcOrd="5" destOrd="0" parTransId="{1F906D8E-AD08-4584-AEEF-3ECCBBC86B9A}" sibTransId="{825F2BDD-4F64-4444-AA16-A942C4DD2063}"/>
    <dgm:cxn modelId="{8260265E-C828-4E7E-A7E0-C4B2A7354F2B}" type="presOf" srcId="{29EB0F83-1548-48FF-9984-37A90DC5E1DC}" destId="{4A637E8E-076B-4319-9FBE-503B9CD8FB23}" srcOrd="0" destOrd="0" presId="urn:microsoft.com/office/officeart/2005/8/layout/chevron2"/>
    <dgm:cxn modelId="{1ADE253E-5E90-45E3-A0FE-C0DCE478D3FE}" type="presParOf" srcId="{42AF7EE0-09E3-49A0-AD9A-C49F0E2EAC55}" destId="{8AAAAFBC-15BE-4699-99F5-F05A048EDB7D}" srcOrd="0" destOrd="0" presId="urn:microsoft.com/office/officeart/2005/8/layout/chevron2"/>
    <dgm:cxn modelId="{D497E72E-99E9-405B-8349-34942D773173}" type="presParOf" srcId="{8AAAAFBC-15BE-4699-99F5-F05A048EDB7D}" destId="{C845A00A-54D8-44CD-9325-D8CA290F4BE3}" srcOrd="0" destOrd="0" presId="urn:microsoft.com/office/officeart/2005/8/layout/chevron2"/>
    <dgm:cxn modelId="{F2B45A59-5717-4938-B88F-685CF24FFC00}" type="presParOf" srcId="{8AAAAFBC-15BE-4699-99F5-F05A048EDB7D}" destId="{720EB31D-3EC1-4B7D-A807-23584658AF8A}" srcOrd="1" destOrd="0" presId="urn:microsoft.com/office/officeart/2005/8/layout/chevron2"/>
    <dgm:cxn modelId="{6E3A8053-9CC2-4FEB-A154-74B09799AA3D}" type="presParOf" srcId="{42AF7EE0-09E3-49A0-AD9A-C49F0E2EAC55}" destId="{EB5795D1-BB46-4E2C-962A-0F1A626BC5BB}" srcOrd="1" destOrd="0" presId="urn:microsoft.com/office/officeart/2005/8/layout/chevron2"/>
    <dgm:cxn modelId="{1361B210-FA91-4E1B-A5ED-E123CA7B502E}" type="presParOf" srcId="{42AF7EE0-09E3-49A0-AD9A-C49F0E2EAC55}" destId="{8FB70ADF-AC85-4A9A-8FAD-3DECF76F96B2}" srcOrd="2" destOrd="0" presId="urn:microsoft.com/office/officeart/2005/8/layout/chevron2"/>
    <dgm:cxn modelId="{03023ED0-4341-400B-804C-B666B58D3110}" type="presParOf" srcId="{8FB70ADF-AC85-4A9A-8FAD-3DECF76F96B2}" destId="{EF1005E0-AF89-4C41-98F9-AD0E5FCB9A79}" srcOrd="0" destOrd="0" presId="urn:microsoft.com/office/officeart/2005/8/layout/chevron2"/>
    <dgm:cxn modelId="{314E91E4-929E-4317-9234-721C6C3DF0A5}" type="presParOf" srcId="{8FB70ADF-AC85-4A9A-8FAD-3DECF76F96B2}" destId="{6C29BA09-AA15-4492-9D05-961AFE6986D1}" srcOrd="1" destOrd="0" presId="urn:microsoft.com/office/officeart/2005/8/layout/chevron2"/>
    <dgm:cxn modelId="{8996D88B-EB37-44EB-B284-C9E10D345592}" type="presParOf" srcId="{42AF7EE0-09E3-49A0-AD9A-C49F0E2EAC55}" destId="{A7C7CAC0-808F-42B6-A72D-7F8A0F48ECF2}" srcOrd="3" destOrd="0" presId="urn:microsoft.com/office/officeart/2005/8/layout/chevron2"/>
    <dgm:cxn modelId="{7D78A91A-4A40-471B-967E-ECAC82378C0E}" type="presParOf" srcId="{42AF7EE0-09E3-49A0-AD9A-C49F0E2EAC55}" destId="{F2355C98-7D22-4375-806E-092B97EC9518}" srcOrd="4" destOrd="0" presId="urn:microsoft.com/office/officeart/2005/8/layout/chevron2"/>
    <dgm:cxn modelId="{6E110652-7761-4215-89BA-16B7697426CE}" type="presParOf" srcId="{F2355C98-7D22-4375-806E-092B97EC9518}" destId="{279971C2-CBCD-4510-A12A-4EFAACC5E0AC}" srcOrd="0" destOrd="0" presId="urn:microsoft.com/office/officeart/2005/8/layout/chevron2"/>
    <dgm:cxn modelId="{ADE87D31-BFF3-4486-8D3C-95AE6395375A}" type="presParOf" srcId="{F2355C98-7D22-4375-806E-092B97EC9518}" destId="{E0CC953D-94FA-4EA4-8389-0715E57B2AE5}" srcOrd="1" destOrd="0" presId="urn:microsoft.com/office/officeart/2005/8/layout/chevron2"/>
    <dgm:cxn modelId="{32C404CE-393C-4D10-9F91-D78929316A63}" type="presParOf" srcId="{42AF7EE0-09E3-49A0-AD9A-C49F0E2EAC55}" destId="{E95251D2-B720-430B-B8E7-26E569DC0ED5}" srcOrd="5" destOrd="0" presId="urn:microsoft.com/office/officeart/2005/8/layout/chevron2"/>
    <dgm:cxn modelId="{96BB6552-A569-47CE-A7C7-A193EFEBC072}" type="presParOf" srcId="{42AF7EE0-09E3-49A0-AD9A-C49F0E2EAC55}" destId="{8977B5CF-64CF-45D8-9631-61763ED5126E}" srcOrd="6" destOrd="0" presId="urn:microsoft.com/office/officeart/2005/8/layout/chevron2"/>
    <dgm:cxn modelId="{D7577EE1-CEAD-4AE7-9C30-5F9157279A0F}" type="presParOf" srcId="{8977B5CF-64CF-45D8-9631-61763ED5126E}" destId="{7EEDE570-EB50-4F86-A936-67A7568390CE}" srcOrd="0" destOrd="0" presId="urn:microsoft.com/office/officeart/2005/8/layout/chevron2"/>
    <dgm:cxn modelId="{38FA7C5B-8DFA-429E-802B-DF421C98E1FC}" type="presParOf" srcId="{8977B5CF-64CF-45D8-9631-61763ED5126E}" destId="{72A73516-4228-4522-8608-27843DF8C9A3}" srcOrd="1" destOrd="0" presId="urn:microsoft.com/office/officeart/2005/8/layout/chevron2"/>
    <dgm:cxn modelId="{7B7E7BF2-0CFB-436E-8F6A-66F6EDB05AF1}" type="presParOf" srcId="{42AF7EE0-09E3-49A0-AD9A-C49F0E2EAC55}" destId="{32964B4A-24FE-44F5-85C1-6E614076942D}" srcOrd="7" destOrd="0" presId="urn:microsoft.com/office/officeart/2005/8/layout/chevron2"/>
    <dgm:cxn modelId="{523CB4F7-7BB6-4D3B-BF0E-8E1081836718}" type="presParOf" srcId="{42AF7EE0-09E3-49A0-AD9A-C49F0E2EAC55}" destId="{604AE540-1FF9-437B-9B7F-9FE34CA31A5C}" srcOrd="8" destOrd="0" presId="urn:microsoft.com/office/officeart/2005/8/layout/chevron2"/>
    <dgm:cxn modelId="{6F89AD6B-EBB2-4B8C-91D1-8FF83766AE82}" type="presParOf" srcId="{604AE540-1FF9-437B-9B7F-9FE34CA31A5C}" destId="{01FD7163-B3DD-4497-AFB7-AD3A576954AA}" srcOrd="0" destOrd="0" presId="urn:microsoft.com/office/officeart/2005/8/layout/chevron2"/>
    <dgm:cxn modelId="{40091226-7EAF-44A0-BB08-7204E60C7B07}" type="presParOf" srcId="{604AE540-1FF9-437B-9B7F-9FE34CA31A5C}" destId="{4A637E8E-076B-4319-9FBE-503B9CD8FB23}" srcOrd="1" destOrd="0" presId="urn:microsoft.com/office/officeart/2005/8/layout/chevron2"/>
    <dgm:cxn modelId="{D49AB56E-DFBA-45D3-B1D2-447C04C8F180}" type="presParOf" srcId="{42AF7EE0-09E3-49A0-AD9A-C49F0E2EAC55}" destId="{C19E64FE-D872-4058-B026-BF263102238A}" srcOrd="9" destOrd="0" presId="urn:microsoft.com/office/officeart/2005/8/layout/chevron2"/>
    <dgm:cxn modelId="{DE331B20-FA26-4B63-B7F0-44E13AFB44F8}" type="presParOf" srcId="{42AF7EE0-09E3-49A0-AD9A-C49F0E2EAC55}" destId="{F03D611B-7D5B-436E-8C87-C87BD7B36D8C}" srcOrd="10" destOrd="0" presId="urn:microsoft.com/office/officeart/2005/8/layout/chevron2"/>
    <dgm:cxn modelId="{90668723-AEEF-4D6D-9595-3D6EAD302F54}" type="presParOf" srcId="{F03D611B-7D5B-436E-8C87-C87BD7B36D8C}" destId="{AE282BFD-BEC0-49FD-BD6F-71C9C9B8DD53}" srcOrd="0" destOrd="0" presId="urn:microsoft.com/office/officeart/2005/8/layout/chevron2"/>
    <dgm:cxn modelId="{7D999793-3BE0-40BF-BC71-F5FA53BB53EE}" type="presParOf" srcId="{F03D611B-7D5B-436E-8C87-C87BD7B36D8C}" destId="{860373BE-4FFC-483B-86E4-EFEB84ED974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DBC65-7F16-4925-921D-CD516A23DB0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3A79518-90FF-4CD1-B262-256AB79CBC8A}">
      <dgm:prSet phldrT="[Text]" custT="1"/>
      <dgm:spPr/>
      <dgm:t>
        <a:bodyPr/>
        <a:lstStyle/>
        <a:p>
          <a:r>
            <a:rPr lang="en-US" altLang="en-US" sz="24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objectives</a:t>
          </a:r>
          <a:endParaRPr lang="en-US" sz="2400" dirty="0">
            <a:effectLst/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BBBB9C4-EF1D-4876-A259-6DE98873FE5E}" type="parTrans" cxnId="{ABECF959-56E7-4EA1-BFE2-BD3AB102FAC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E12845B-728B-43A9-B116-8FBF810241CC}" type="sibTrans" cxnId="{ABECF959-56E7-4EA1-BFE2-BD3AB102FAC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DB278AF-2374-452C-9769-56E1C913F042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1. Operational excellence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8BFB817-57CC-400F-A210-B4A94254ACAB}" type="parTrans" cxnId="{92EE8C36-3B6E-4214-BBC2-80931197EDC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45899C8-A973-4242-B52E-88F3D3C920D1}" type="sibTrans" cxnId="{92EE8C36-3B6E-4214-BBC2-80931197EDC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694BC44-EB32-45F1-A6AD-0E42A7C789C6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2. New products, services, </a:t>
          </a:r>
        </a:p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    and business models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FED07CD-A669-4E9F-B8DB-EAEB58AAFB5D}" type="parTrans" cxnId="{F6EA4A7F-5BA6-440B-A876-46204F75F0E2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A4D17F5-B951-4E4A-8E9E-2F8FF4EA333D}" type="sibTrans" cxnId="{F6EA4A7F-5BA6-440B-A876-46204F75F0E2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0503FFB-688D-4CCA-B1F2-550F778E31F5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3. Customer and supplier intimacy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2C420F-8E1A-435D-9818-FC65EABCC292}" type="parTrans" cxnId="{F62F71E7-7DA4-45F0-B7D1-FD805C78531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A97BDB-EB33-4A83-ACF5-6F8EB1317E4C}" type="sibTrans" cxnId="{F62F71E7-7DA4-45F0-B7D1-FD805C78531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CB5D778-A3F6-4D37-9FB3-F39CCD850248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4. Improved decision making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55E8D5C-214F-4987-80A4-09F040A2AB35}" type="parTrans" cxnId="{5E53130C-21B0-4E2E-A7AC-34991E18075D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5CD107C-E487-4EA4-8DED-70ABE28E19F2}" type="sibTrans" cxnId="{5E53130C-21B0-4E2E-A7AC-34991E18075D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8299AB2-EA05-4BF8-A6CD-5DAB57D22128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5. Competitive advantage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F030CBC-7A33-4772-B5A9-0C8ACC2E8758}" type="parTrans" cxnId="{AC851225-D88A-4DAC-A0B3-0E9DE32B6F4C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F2217C3-C394-45D4-9795-D8EEF08B2837}" type="sibTrans" cxnId="{AC851225-D88A-4DAC-A0B3-0E9DE32B6F4C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EED843F-D56D-4A41-BDF4-6262B91E3FAB}">
      <dgm:prSet phldrT="[Text]"/>
      <dgm:spPr/>
      <dgm:t>
        <a:bodyPr/>
        <a:lstStyle/>
        <a:p>
          <a:pPr algn="l"/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6. Survival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4B761FB-36A6-40F0-B269-4D679740E592}" type="parTrans" cxnId="{BD180C36-2544-4688-9115-CDB95F26F761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00E980E-D6A6-4D92-989E-D0A39D8DAA28}" type="sibTrans" cxnId="{BD180C36-2544-4688-9115-CDB95F26F761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4BD9E6F-DC0C-4C6C-9F2D-BCC15B71635C}" type="pres">
      <dgm:prSet presAssocID="{532DBC65-7F16-4925-921D-CD516A23DB0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0FB467B-0938-46E8-8F2D-BDD27999DDAC}" type="pres">
      <dgm:prSet presAssocID="{D3A79518-90FF-4CD1-B262-256AB79CBC8A}" presName="root1" presStyleCnt="0"/>
      <dgm:spPr/>
    </dgm:pt>
    <dgm:pt modelId="{102EC7B9-70DF-4FFE-BCB5-BB4F316EA39C}" type="pres">
      <dgm:prSet presAssocID="{D3A79518-90FF-4CD1-B262-256AB79CBC8A}" presName="LevelOneTextNode" presStyleLbl="node0" presStyleIdx="0" presStyleCnt="1" custScaleY="1299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E576F1-4605-4999-A91A-11217FF13556}" type="pres">
      <dgm:prSet presAssocID="{D3A79518-90FF-4CD1-B262-256AB79CBC8A}" presName="level2hierChild" presStyleCnt="0"/>
      <dgm:spPr/>
    </dgm:pt>
    <dgm:pt modelId="{B2127A01-C04A-49A6-92C5-40FF7FB7190F}" type="pres">
      <dgm:prSet presAssocID="{38BFB817-57CC-400F-A210-B4A94254ACAB}" presName="conn2-1" presStyleLbl="parChTrans1D2" presStyleIdx="0" presStyleCnt="6"/>
      <dgm:spPr/>
      <dgm:t>
        <a:bodyPr/>
        <a:lstStyle/>
        <a:p>
          <a:endParaRPr lang="en-US"/>
        </a:p>
      </dgm:t>
    </dgm:pt>
    <dgm:pt modelId="{9BEF7DC4-A324-47D3-890A-880183EA8A50}" type="pres">
      <dgm:prSet presAssocID="{38BFB817-57CC-400F-A210-B4A94254ACAB}" presName="connTx" presStyleLbl="parChTrans1D2" presStyleIdx="0" presStyleCnt="6"/>
      <dgm:spPr/>
      <dgm:t>
        <a:bodyPr/>
        <a:lstStyle/>
        <a:p>
          <a:endParaRPr lang="en-US"/>
        </a:p>
      </dgm:t>
    </dgm:pt>
    <dgm:pt modelId="{43937B50-628B-4ADB-883E-F964411F8C55}" type="pres">
      <dgm:prSet presAssocID="{EDB278AF-2374-452C-9769-56E1C913F042}" presName="root2" presStyleCnt="0"/>
      <dgm:spPr/>
    </dgm:pt>
    <dgm:pt modelId="{5FAF40FA-CC86-40C2-9A9E-ABFE965FC43E}" type="pres">
      <dgm:prSet presAssocID="{EDB278AF-2374-452C-9769-56E1C913F042}" presName="LevelTwoTextNode" presStyleLbl="node2" presStyleIdx="0" presStyleCnt="6" custScaleX="18617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992C368-DD2F-4121-94F7-CD24F843C1D2}" type="pres">
      <dgm:prSet presAssocID="{EDB278AF-2374-452C-9769-56E1C913F042}" presName="level3hierChild" presStyleCnt="0"/>
      <dgm:spPr/>
    </dgm:pt>
    <dgm:pt modelId="{178C42C8-6538-49BC-BE73-7DCD636E62B5}" type="pres">
      <dgm:prSet presAssocID="{4FED07CD-A669-4E9F-B8DB-EAEB58AAFB5D}" presName="conn2-1" presStyleLbl="parChTrans1D2" presStyleIdx="1" presStyleCnt="6"/>
      <dgm:spPr/>
      <dgm:t>
        <a:bodyPr/>
        <a:lstStyle/>
        <a:p>
          <a:endParaRPr lang="en-US"/>
        </a:p>
      </dgm:t>
    </dgm:pt>
    <dgm:pt modelId="{32A1F8CE-7DA0-4D3B-B650-7B2C0A923B7D}" type="pres">
      <dgm:prSet presAssocID="{4FED07CD-A669-4E9F-B8DB-EAEB58AAFB5D}" presName="connTx" presStyleLbl="parChTrans1D2" presStyleIdx="1" presStyleCnt="6"/>
      <dgm:spPr/>
      <dgm:t>
        <a:bodyPr/>
        <a:lstStyle/>
        <a:p>
          <a:endParaRPr lang="en-US"/>
        </a:p>
      </dgm:t>
    </dgm:pt>
    <dgm:pt modelId="{45087D49-6604-4190-806E-AF1BC944C7DB}" type="pres">
      <dgm:prSet presAssocID="{7694BC44-EB32-45F1-A6AD-0E42A7C789C6}" presName="root2" presStyleCnt="0"/>
      <dgm:spPr/>
    </dgm:pt>
    <dgm:pt modelId="{09A3DA7B-491A-4C9B-95D4-31D1D727F41C}" type="pres">
      <dgm:prSet presAssocID="{7694BC44-EB32-45F1-A6AD-0E42A7C789C6}" presName="LevelTwoTextNode" presStyleLbl="node2" presStyleIdx="1" presStyleCnt="6" custScaleX="1880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EB2809-DB9B-4F3B-A740-8C461D245833}" type="pres">
      <dgm:prSet presAssocID="{7694BC44-EB32-45F1-A6AD-0E42A7C789C6}" presName="level3hierChild" presStyleCnt="0"/>
      <dgm:spPr/>
    </dgm:pt>
    <dgm:pt modelId="{5864E19A-0EC2-416B-80A2-E050277C6768}" type="pres">
      <dgm:prSet presAssocID="{392C420F-8E1A-435D-9818-FC65EABCC292}" presName="conn2-1" presStyleLbl="parChTrans1D2" presStyleIdx="2" presStyleCnt="6"/>
      <dgm:spPr/>
      <dgm:t>
        <a:bodyPr/>
        <a:lstStyle/>
        <a:p>
          <a:endParaRPr lang="en-US"/>
        </a:p>
      </dgm:t>
    </dgm:pt>
    <dgm:pt modelId="{CA813153-BE11-42D3-90FA-03649887ABF0}" type="pres">
      <dgm:prSet presAssocID="{392C420F-8E1A-435D-9818-FC65EABCC292}" presName="connTx" presStyleLbl="parChTrans1D2" presStyleIdx="2" presStyleCnt="6"/>
      <dgm:spPr/>
      <dgm:t>
        <a:bodyPr/>
        <a:lstStyle/>
        <a:p>
          <a:endParaRPr lang="en-US"/>
        </a:p>
      </dgm:t>
    </dgm:pt>
    <dgm:pt modelId="{7C12B39E-B21A-4B80-A07D-46902BA7A42A}" type="pres">
      <dgm:prSet presAssocID="{E0503FFB-688D-4CCA-B1F2-550F778E31F5}" presName="root2" presStyleCnt="0"/>
      <dgm:spPr/>
    </dgm:pt>
    <dgm:pt modelId="{CB0A03BB-2077-495C-A697-79D97ADD96C0}" type="pres">
      <dgm:prSet presAssocID="{E0503FFB-688D-4CCA-B1F2-550F778E31F5}" presName="LevelTwoTextNode" presStyleLbl="node2" presStyleIdx="2" presStyleCnt="6" custScaleX="1880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7D4810-49C9-453C-A4DE-9F192D12F4D0}" type="pres">
      <dgm:prSet presAssocID="{E0503FFB-688D-4CCA-B1F2-550F778E31F5}" presName="level3hierChild" presStyleCnt="0"/>
      <dgm:spPr/>
    </dgm:pt>
    <dgm:pt modelId="{8E6930AC-4594-49FB-A2C4-990D4A1A64D3}" type="pres">
      <dgm:prSet presAssocID="{355E8D5C-214F-4987-80A4-09F040A2AB35}" presName="conn2-1" presStyleLbl="parChTrans1D2" presStyleIdx="3" presStyleCnt="6"/>
      <dgm:spPr/>
      <dgm:t>
        <a:bodyPr/>
        <a:lstStyle/>
        <a:p>
          <a:endParaRPr lang="en-US"/>
        </a:p>
      </dgm:t>
    </dgm:pt>
    <dgm:pt modelId="{01D7F2E4-AA06-4488-BAA8-1A72CBA61D5F}" type="pres">
      <dgm:prSet presAssocID="{355E8D5C-214F-4987-80A4-09F040A2AB35}" presName="connTx" presStyleLbl="parChTrans1D2" presStyleIdx="3" presStyleCnt="6"/>
      <dgm:spPr/>
      <dgm:t>
        <a:bodyPr/>
        <a:lstStyle/>
        <a:p>
          <a:endParaRPr lang="en-US"/>
        </a:p>
      </dgm:t>
    </dgm:pt>
    <dgm:pt modelId="{758E4605-80B6-4941-88C6-950DD635BC4F}" type="pres">
      <dgm:prSet presAssocID="{1CB5D778-A3F6-4D37-9FB3-F39CCD850248}" presName="root2" presStyleCnt="0"/>
      <dgm:spPr/>
    </dgm:pt>
    <dgm:pt modelId="{86307689-9D96-4BD0-9C5F-FC7419D53851}" type="pres">
      <dgm:prSet presAssocID="{1CB5D778-A3F6-4D37-9FB3-F39CCD850248}" presName="LevelTwoTextNode" presStyleLbl="node2" presStyleIdx="3" presStyleCnt="6" custScaleX="1880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E56A5DC-081B-42C1-B864-DE349C364679}" type="pres">
      <dgm:prSet presAssocID="{1CB5D778-A3F6-4D37-9FB3-F39CCD850248}" presName="level3hierChild" presStyleCnt="0"/>
      <dgm:spPr/>
    </dgm:pt>
    <dgm:pt modelId="{0C2DF84A-B78B-4BE0-913D-21F2420AB4A4}" type="pres">
      <dgm:prSet presAssocID="{3F030CBC-7A33-4772-B5A9-0C8ACC2E8758}" presName="conn2-1" presStyleLbl="parChTrans1D2" presStyleIdx="4" presStyleCnt="6"/>
      <dgm:spPr/>
      <dgm:t>
        <a:bodyPr/>
        <a:lstStyle/>
        <a:p>
          <a:endParaRPr lang="en-US"/>
        </a:p>
      </dgm:t>
    </dgm:pt>
    <dgm:pt modelId="{23876221-100F-4155-8FAE-AE745CE93235}" type="pres">
      <dgm:prSet presAssocID="{3F030CBC-7A33-4772-B5A9-0C8ACC2E8758}" presName="connTx" presStyleLbl="parChTrans1D2" presStyleIdx="4" presStyleCnt="6"/>
      <dgm:spPr/>
      <dgm:t>
        <a:bodyPr/>
        <a:lstStyle/>
        <a:p>
          <a:endParaRPr lang="en-US"/>
        </a:p>
      </dgm:t>
    </dgm:pt>
    <dgm:pt modelId="{86359903-D68E-4BC8-8E21-4B4A1B1F3996}" type="pres">
      <dgm:prSet presAssocID="{38299AB2-EA05-4BF8-A6CD-5DAB57D22128}" presName="root2" presStyleCnt="0"/>
      <dgm:spPr/>
    </dgm:pt>
    <dgm:pt modelId="{F6A97026-AD2E-4F0E-8D82-869D41F32FA1}" type="pres">
      <dgm:prSet presAssocID="{38299AB2-EA05-4BF8-A6CD-5DAB57D22128}" presName="LevelTwoTextNode" presStyleLbl="node2" presStyleIdx="4" presStyleCnt="6" custScaleX="1884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58196B-0BCD-44E5-8221-EDDA16EBDDB1}" type="pres">
      <dgm:prSet presAssocID="{38299AB2-EA05-4BF8-A6CD-5DAB57D22128}" presName="level3hierChild" presStyleCnt="0"/>
      <dgm:spPr/>
    </dgm:pt>
    <dgm:pt modelId="{A7E313B3-5453-4BDE-A10A-241275BBA62E}" type="pres">
      <dgm:prSet presAssocID="{E4B761FB-36A6-40F0-B269-4D679740E592}" presName="conn2-1" presStyleLbl="parChTrans1D2" presStyleIdx="5" presStyleCnt="6"/>
      <dgm:spPr/>
      <dgm:t>
        <a:bodyPr/>
        <a:lstStyle/>
        <a:p>
          <a:endParaRPr lang="en-US"/>
        </a:p>
      </dgm:t>
    </dgm:pt>
    <dgm:pt modelId="{B0C843CC-F7A3-4268-9A63-BC66A27F604C}" type="pres">
      <dgm:prSet presAssocID="{E4B761FB-36A6-40F0-B269-4D679740E592}" presName="connTx" presStyleLbl="parChTrans1D2" presStyleIdx="5" presStyleCnt="6"/>
      <dgm:spPr/>
      <dgm:t>
        <a:bodyPr/>
        <a:lstStyle/>
        <a:p>
          <a:endParaRPr lang="en-US"/>
        </a:p>
      </dgm:t>
    </dgm:pt>
    <dgm:pt modelId="{AF605B0B-94FB-41C9-8123-708C9A140B5E}" type="pres">
      <dgm:prSet presAssocID="{7EED843F-D56D-4A41-BDF4-6262B91E3FAB}" presName="root2" presStyleCnt="0"/>
      <dgm:spPr/>
    </dgm:pt>
    <dgm:pt modelId="{10A57150-2137-4546-816C-5C7C46E26522}" type="pres">
      <dgm:prSet presAssocID="{7EED843F-D56D-4A41-BDF4-6262B91E3FAB}" presName="LevelTwoTextNode" presStyleLbl="node2" presStyleIdx="5" presStyleCnt="6" custScaleX="1880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078120E-8403-425C-8B64-D8D29200ADB8}" type="pres">
      <dgm:prSet presAssocID="{7EED843F-D56D-4A41-BDF4-6262B91E3FAB}" presName="level3hierChild" presStyleCnt="0"/>
      <dgm:spPr/>
    </dgm:pt>
  </dgm:ptLst>
  <dgm:cxnLst>
    <dgm:cxn modelId="{179CD3CD-F879-4F9F-AC6A-19F7DDD06113}" type="presOf" srcId="{E0503FFB-688D-4CCA-B1F2-550F778E31F5}" destId="{CB0A03BB-2077-495C-A697-79D97ADD96C0}" srcOrd="0" destOrd="0" presId="urn:microsoft.com/office/officeart/2008/layout/HorizontalMultiLevelHierarchy"/>
    <dgm:cxn modelId="{F6EA4A7F-5BA6-440B-A876-46204F75F0E2}" srcId="{D3A79518-90FF-4CD1-B262-256AB79CBC8A}" destId="{7694BC44-EB32-45F1-A6AD-0E42A7C789C6}" srcOrd="1" destOrd="0" parTransId="{4FED07CD-A669-4E9F-B8DB-EAEB58AAFB5D}" sibTransId="{DA4D17F5-B951-4E4A-8E9E-2F8FF4EA333D}"/>
    <dgm:cxn modelId="{09E4579C-A0D6-4EBC-AC08-95F604D1FDC4}" type="presOf" srcId="{4FED07CD-A669-4E9F-B8DB-EAEB58AAFB5D}" destId="{178C42C8-6538-49BC-BE73-7DCD636E62B5}" srcOrd="0" destOrd="0" presId="urn:microsoft.com/office/officeart/2008/layout/HorizontalMultiLevelHierarchy"/>
    <dgm:cxn modelId="{92EE8C36-3B6E-4214-BBC2-80931197EDC0}" srcId="{D3A79518-90FF-4CD1-B262-256AB79CBC8A}" destId="{EDB278AF-2374-452C-9769-56E1C913F042}" srcOrd="0" destOrd="0" parTransId="{38BFB817-57CC-400F-A210-B4A94254ACAB}" sibTransId="{145899C8-A973-4242-B52E-88F3D3C920D1}"/>
    <dgm:cxn modelId="{D4355DBE-982C-49D8-AD57-47DEDF85B812}" type="presOf" srcId="{7EED843F-D56D-4A41-BDF4-6262B91E3FAB}" destId="{10A57150-2137-4546-816C-5C7C46E26522}" srcOrd="0" destOrd="0" presId="urn:microsoft.com/office/officeart/2008/layout/HorizontalMultiLevelHierarchy"/>
    <dgm:cxn modelId="{E0786A19-FC59-439B-9C6F-0FC8BE2486C7}" type="presOf" srcId="{392C420F-8E1A-435D-9818-FC65EABCC292}" destId="{CA813153-BE11-42D3-90FA-03649887ABF0}" srcOrd="1" destOrd="0" presId="urn:microsoft.com/office/officeart/2008/layout/HorizontalMultiLevelHierarchy"/>
    <dgm:cxn modelId="{F474482D-7698-4D5F-8D46-F8BB10D7AE44}" type="presOf" srcId="{7694BC44-EB32-45F1-A6AD-0E42A7C789C6}" destId="{09A3DA7B-491A-4C9B-95D4-31D1D727F41C}" srcOrd="0" destOrd="0" presId="urn:microsoft.com/office/officeart/2008/layout/HorizontalMultiLevelHierarchy"/>
    <dgm:cxn modelId="{492845CC-0CDD-486F-B956-12770C55F7D9}" type="presOf" srcId="{38BFB817-57CC-400F-A210-B4A94254ACAB}" destId="{9BEF7DC4-A324-47D3-890A-880183EA8A50}" srcOrd="1" destOrd="0" presId="urn:microsoft.com/office/officeart/2008/layout/HorizontalMultiLevelHierarchy"/>
    <dgm:cxn modelId="{66ABA976-CE09-4AA5-BBA6-8515CE4948CD}" type="presOf" srcId="{EDB278AF-2374-452C-9769-56E1C913F042}" destId="{5FAF40FA-CC86-40C2-9A9E-ABFE965FC43E}" srcOrd="0" destOrd="0" presId="urn:microsoft.com/office/officeart/2008/layout/HorizontalMultiLevelHierarchy"/>
    <dgm:cxn modelId="{F62F71E7-7DA4-45F0-B7D1-FD805C78531E}" srcId="{D3A79518-90FF-4CD1-B262-256AB79CBC8A}" destId="{E0503FFB-688D-4CCA-B1F2-550F778E31F5}" srcOrd="2" destOrd="0" parTransId="{392C420F-8E1A-435D-9818-FC65EABCC292}" sibTransId="{8DA97BDB-EB33-4A83-ACF5-6F8EB1317E4C}"/>
    <dgm:cxn modelId="{5E6C0456-D57D-4FBA-A0BC-FD163D858DD1}" type="presOf" srcId="{532DBC65-7F16-4925-921D-CD516A23DB0C}" destId="{B4BD9E6F-DC0C-4C6C-9F2D-BCC15B71635C}" srcOrd="0" destOrd="0" presId="urn:microsoft.com/office/officeart/2008/layout/HorizontalMultiLevelHierarchy"/>
    <dgm:cxn modelId="{5E53130C-21B0-4E2E-A7AC-34991E18075D}" srcId="{D3A79518-90FF-4CD1-B262-256AB79CBC8A}" destId="{1CB5D778-A3F6-4D37-9FB3-F39CCD850248}" srcOrd="3" destOrd="0" parTransId="{355E8D5C-214F-4987-80A4-09F040A2AB35}" sibTransId="{45CD107C-E487-4EA4-8DED-70ABE28E19F2}"/>
    <dgm:cxn modelId="{ABECF959-56E7-4EA1-BFE2-BD3AB102FACE}" srcId="{532DBC65-7F16-4925-921D-CD516A23DB0C}" destId="{D3A79518-90FF-4CD1-B262-256AB79CBC8A}" srcOrd="0" destOrd="0" parTransId="{EBBBB9C4-EF1D-4876-A259-6DE98873FE5E}" sibTransId="{FE12845B-728B-43A9-B116-8FBF810241CC}"/>
    <dgm:cxn modelId="{BD180C36-2544-4688-9115-CDB95F26F761}" srcId="{D3A79518-90FF-4CD1-B262-256AB79CBC8A}" destId="{7EED843F-D56D-4A41-BDF4-6262B91E3FAB}" srcOrd="5" destOrd="0" parTransId="{E4B761FB-36A6-40F0-B269-4D679740E592}" sibTransId="{F00E980E-D6A6-4D92-989E-D0A39D8DAA28}"/>
    <dgm:cxn modelId="{3FD4CA96-31CB-4CE2-8625-4248949F4686}" type="presOf" srcId="{392C420F-8E1A-435D-9818-FC65EABCC292}" destId="{5864E19A-0EC2-416B-80A2-E050277C6768}" srcOrd="0" destOrd="0" presId="urn:microsoft.com/office/officeart/2008/layout/HorizontalMultiLevelHierarchy"/>
    <dgm:cxn modelId="{BD43745B-B19E-4AD3-B67B-0CDA9C981B30}" type="presOf" srcId="{3F030CBC-7A33-4772-B5A9-0C8ACC2E8758}" destId="{23876221-100F-4155-8FAE-AE745CE93235}" srcOrd="1" destOrd="0" presId="urn:microsoft.com/office/officeart/2008/layout/HorizontalMultiLevelHierarchy"/>
    <dgm:cxn modelId="{26270076-AF4B-4CA5-BDB2-68F5CA0D89F4}" type="presOf" srcId="{D3A79518-90FF-4CD1-B262-256AB79CBC8A}" destId="{102EC7B9-70DF-4FFE-BCB5-BB4F316EA39C}" srcOrd="0" destOrd="0" presId="urn:microsoft.com/office/officeart/2008/layout/HorizontalMultiLevelHierarchy"/>
    <dgm:cxn modelId="{82211C1A-1FE2-42A6-9B71-CA9E474809C8}" type="presOf" srcId="{4FED07CD-A669-4E9F-B8DB-EAEB58AAFB5D}" destId="{32A1F8CE-7DA0-4D3B-B650-7B2C0A923B7D}" srcOrd="1" destOrd="0" presId="urn:microsoft.com/office/officeart/2008/layout/HorizontalMultiLevelHierarchy"/>
    <dgm:cxn modelId="{42B292C1-498A-4733-B60C-4C90C7CFB8F3}" type="presOf" srcId="{355E8D5C-214F-4987-80A4-09F040A2AB35}" destId="{01D7F2E4-AA06-4488-BAA8-1A72CBA61D5F}" srcOrd="1" destOrd="0" presId="urn:microsoft.com/office/officeart/2008/layout/HorizontalMultiLevelHierarchy"/>
    <dgm:cxn modelId="{AC851225-D88A-4DAC-A0B3-0E9DE32B6F4C}" srcId="{D3A79518-90FF-4CD1-B262-256AB79CBC8A}" destId="{38299AB2-EA05-4BF8-A6CD-5DAB57D22128}" srcOrd="4" destOrd="0" parTransId="{3F030CBC-7A33-4772-B5A9-0C8ACC2E8758}" sibTransId="{CF2217C3-C394-45D4-9795-D8EEF08B2837}"/>
    <dgm:cxn modelId="{562D9938-97E9-436E-9E9D-D30499F3411E}" type="presOf" srcId="{1CB5D778-A3F6-4D37-9FB3-F39CCD850248}" destId="{86307689-9D96-4BD0-9C5F-FC7419D53851}" srcOrd="0" destOrd="0" presId="urn:microsoft.com/office/officeart/2008/layout/HorizontalMultiLevelHierarchy"/>
    <dgm:cxn modelId="{FED9BA60-C07C-469A-9F5B-1141350130B5}" type="presOf" srcId="{E4B761FB-36A6-40F0-B269-4D679740E592}" destId="{B0C843CC-F7A3-4268-9A63-BC66A27F604C}" srcOrd="1" destOrd="0" presId="urn:microsoft.com/office/officeart/2008/layout/HorizontalMultiLevelHierarchy"/>
    <dgm:cxn modelId="{CC6163D0-3436-4F84-B8D3-43457C041DB5}" type="presOf" srcId="{3F030CBC-7A33-4772-B5A9-0C8ACC2E8758}" destId="{0C2DF84A-B78B-4BE0-913D-21F2420AB4A4}" srcOrd="0" destOrd="0" presId="urn:microsoft.com/office/officeart/2008/layout/HorizontalMultiLevelHierarchy"/>
    <dgm:cxn modelId="{CAF9BF5B-A7B0-4D26-9DD9-A2A75061F774}" type="presOf" srcId="{355E8D5C-214F-4987-80A4-09F040A2AB35}" destId="{8E6930AC-4594-49FB-A2C4-990D4A1A64D3}" srcOrd="0" destOrd="0" presId="urn:microsoft.com/office/officeart/2008/layout/HorizontalMultiLevelHierarchy"/>
    <dgm:cxn modelId="{958A58E0-E1A9-4D8C-83F1-15FF166016D7}" type="presOf" srcId="{38BFB817-57CC-400F-A210-B4A94254ACAB}" destId="{B2127A01-C04A-49A6-92C5-40FF7FB7190F}" srcOrd="0" destOrd="0" presId="urn:microsoft.com/office/officeart/2008/layout/HorizontalMultiLevelHierarchy"/>
    <dgm:cxn modelId="{032DB62F-264E-4AC7-99B4-00C89EA1056C}" type="presOf" srcId="{38299AB2-EA05-4BF8-A6CD-5DAB57D22128}" destId="{F6A97026-AD2E-4F0E-8D82-869D41F32FA1}" srcOrd="0" destOrd="0" presId="urn:microsoft.com/office/officeart/2008/layout/HorizontalMultiLevelHierarchy"/>
    <dgm:cxn modelId="{FCAEA1AC-5617-4456-ACCF-97B02C94229B}" type="presOf" srcId="{E4B761FB-36A6-40F0-B269-4D679740E592}" destId="{A7E313B3-5453-4BDE-A10A-241275BBA62E}" srcOrd="0" destOrd="0" presId="urn:microsoft.com/office/officeart/2008/layout/HorizontalMultiLevelHierarchy"/>
    <dgm:cxn modelId="{43FC509C-61B9-4277-9D38-CC07189DEEC6}" type="presParOf" srcId="{B4BD9E6F-DC0C-4C6C-9F2D-BCC15B71635C}" destId="{E0FB467B-0938-46E8-8F2D-BDD27999DDAC}" srcOrd="0" destOrd="0" presId="urn:microsoft.com/office/officeart/2008/layout/HorizontalMultiLevelHierarchy"/>
    <dgm:cxn modelId="{8D5E9441-3CF6-4D55-9797-EA56A132A642}" type="presParOf" srcId="{E0FB467B-0938-46E8-8F2D-BDD27999DDAC}" destId="{102EC7B9-70DF-4FFE-BCB5-BB4F316EA39C}" srcOrd="0" destOrd="0" presId="urn:microsoft.com/office/officeart/2008/layout/HorizontalMultiLevelHierarchy"/>
    <dgm:cxn modelId="{4D10AA01-DC96-4BFB-9E7E-E4B73E7CE86D}" type="presParOf" srcId="{E0FB467B-0938-46E8-8F2D-BDD27999DDAC}" destId="{CEE576F1-4605-4999-A91A-11217FF13556}" srcOrd="1" destOrd="0" presId="urn:microsoft.com/office/officeart/2008/layout/HorizontalMultiLevelHierarchy"/>
    <dgm:cxn modelId="{5ED7B48C-ED78-4C19-AE79-9F8598BFD1BE}" type="presParOf" srcId="{CEE576F1-4605-4999-A91A-11217FF13556}" destId="{B2127A01-C04A-49A6-92C5-40FF7FB7190F}" srcOrd="0" destOrd="0" presId="urn:microsoft.com/office/officeart/2008/layout/HorizontalMultiLevelHierarchy"/>
    <dgm:cxn modelId="{D621E949-EFDA-4DD3-9917-D7F01ED3885A}" type="presParOf" srcId="{B2127A01-C04A-49A6-92C5-40FF7FB7190F}" destId="{9BEF7DC4-A324-47D3-890A-880183EA8A50}" srcOrd="0" destOrd="0" presId="urn:microsoft.com/office/officeart/2008/layout/HorizontalMultiLevelHierarchy"/>
    <dgm:cxn modelId="{3B2975CC-1545-42B7-9663-D14EC9CFDCD3}" type="presParOf" srcId="{CEE576F1-4605-4999-A91A-11217FF13556}" destId="{43937B50-628B-4ADB-883E-F964411F8C55}" srcOrd="1" destOrd="0" presId="urn:microsoft.com/office/officeart/2008/layout/HorizontalMultiLevelHierarchy"/>
    <dgm:cxn modelId="{8C3582C0-8468-43C5-9D56-8337CB2C6E9B}" type="presParOf" srcId="{43937B50-628B-4ADB-883E-F964411F8C55}" destId="{5FAF40FA-CC86-40C2-9A9E-ABFE965FC43E}" srcOrd="0" destOrd="0" presId="urn:microsoft.com/office/officeart/2008/layout/HorizontalMultiLevelHierarchy"/>
    <dgm:cxn modelId="{B418607D-5BA0-41AB-AEDC-013681CFE79E}" type="presParOf" srcId="{43937B50-628B-4ADB-883E-F964411F8C55}" destId="{B992C368-DD2F-4121-94F7-CD24F843C1D2}" srcOrd="1" destOrd="0" presId="urn:microsoft.com/office/officeart/2008/layout/HorizontalMultiLevelHierarchy"/>
    <dgm:cxn modelId="{E6A46241-9831-457D-876A-DE3F69660E8C}" type="presParOf" srcId="{CEE576F1-4605-4999-A91A-11217FF13556}" destId="{178C42C8-6538-49BC-BE73-7DCD636E62B5}" srcOrd="2" destOrd="0" presId="urn:microsoft.com/office/officeart/2008/layout/HorizontalMultiLevelHierarchy"/>
    <dgm:cxn modelId="{A1AD6522-65DE-467E-BEEB-E1EA080EEAD2}" type="presParOf" srcId="{178C42C8-6538-49BC-BE73-7DCD636E62B5}" destId="{32A1F8CE-7DA0-4D3B-B650-7B2C0A923B7D}" srcOrd="0" destOrd="0" presId="urn:microsoft.com/office/officeart/2008/layout/HorizontalMultiLevelHierarchy"/>
    <dgm:cxn modelId="{DA29C1BD-512F-4926-9580-701941C55B0E}" type="presParOf" srcId="{CEE576F1-4605-4999-A91A-11217FF13556}" destId="{45087D49-6604-4190-806E-AF1BC944C7DB}" srcOrd="3" destOrd="0" presId="urn:microsoft.com/office/officeart/2008/layout/HorizontalMultiLevelHierarchy"/>
    <dgm:cxn modelId="{18B01C86-D1A4-45CA-9045-A186DCB523F6}" type="presParOf" srcId="{45087D49-6604-4190-806E-AF1BC944C7DB}" destId="{09A3DA7B-491A-4C9B-95D4-31D1D727F41C}" srcOrd="0" destOrd="0" presId="urn:microsoft.com/office/officeart/2008/layout/HorizontalMultiLevelHierarchy"/>
    <dgm:cxn modelId="{0888D747-E54C-413E-B799-13128EA73227}" type="presParOf" srcId="{45087D49-6604-4190-806E-AF1BC944C7DB}" destId="{37EB2809-DB9B-4F3B-A740-8C461D245833}" srcOrd="1" destOrd="0" presId="urn:microsoft.com/office/officeart/2008/layout/HorizontalMultiLevelHierarchy"/>
    <dgm:cxn modelId="{511AE1FA-F7B7-43C6-9B0F-F05657E15F83}" type="presParOf" srcId="{CEE576F1-4605-4999-A91A-11217FF13556}" destId="{5864E19A-0EC2-416B-80A2-E050277C6768}" srcOrd="4" destOrd="0" presId="urn:microsoft.com/office/officeart/2008/layout/HorizontalMultiLevelHierarchy"/>
    <dgm:cxn modelId="{01F7D888-F5A7-4D43-926D-0E377D249E0E}" type="presParOf" srcId="{5864E19A-0EC2-416B-80A2-E050277C6768}" destId="{CA813153-BE11-42D3-90FA-03649887ABF0}" srcOrd="0" destOrd="0" presId="urn:microsoft.com/office/officeart/2008/layout/HorizontalMultiLevelHierarchy"/>
    <dgm:cxn modelId="{01277002-5B4A-46CD-A8E6-6729EEAF7E28}" type="presParOf" srcId="{CEE576F1-4605-4999-A91A-11217FF13556}" destId="{7C12B39E-B21A-4B80-A07D-46902BA7A42A}" srcOrd="5" destOrd="0" presId="urn:microsoft.com/office/officeart/2008/layout/HorizontalMultiLevelHierarchy"/>
    <dgm:cxn modelId="{74867D87-6FA3-4FAF-840E-8AC48435BE0B}" type="presParOf" srcId="{7C12B39E-B21A-4B80-A07D-46902BA7A42A}" destId="{CB0A03BB-2077-495C-A697-79D97ADD96C0}" srcOrd="0" destOrd="0" presId="urn:microsoft.com/office/officeart/2008/layout/HorizontalMultiLevelHierarchy"/>
    <dgm:cxn modelId="{E35F1006-211E-4A5E-919F-EC763A06ED7D}" type="presParOf" srcId="{7C12B39E-B21A-4B80-A07D-46902BA7A42A}" destId="{657D4810-49C9-453C-A4DE-9F192D12F4D0}" srcOrd="1" destOrd="0" presId="urn:microsoft.com/office/officeart/2008/layout/HorizontalMultiLevelHierarchy"/>
    <dgm:cxn modelId="{68501813-C108-4830-A7A0-EEC2755D214D}" type="presParOf" srcId="{CEE576F1-4605-4999-A91A-11217FF13556}" destId="{8E6930AC-4594-49FB-A2C4-990D4A1A64D3}" srcOrd="6" destOrd="0" presId="urn:microsoft.com/office/officeart/2008/layout/HorizontalMultiLevelHierarchy"/>
    <dgm:cxn modelId="{C8B9E78F-B9E8-4EFF-A126-ABD0AE9C4515}" type="presParOf" srcId="{8E6930AC-4594-49FB-A2C4-990D4A1A64D3}" destId="{01D7F2E4-AA06-4488-BAA8-1A72CBA61D5F}" srcOrd="0" destOrd="0" presId="urn:microsoft.com/office/officeart/2008/layout/HorizontalMultiLevelHierarchy"/>
    <dgm:cxn modelId="{AB9DB90E-5AAA-4880-907B-2B59690380B0}" type="presParOf" srcId="{CEE576F1-4605-4999-A91A-11217FF13556}" destId="{758E4605-80B6-4941-88C6-950DD635BC4F}" srcOrd="7" destOrd="0" presId="urn:microsoft.com/office/officeart/2008/layout/HorizontalMultiLevelHierarchy"/>
    <dgm:cxn modelId="{00A964A1-8CCD-4E30-ADF9-BB7BEF6C4A77}" type="presParOf" srcId="{758E4605-80B6-4941-88C6-950DD635BC4F}" destId="{86307689-9D96-4BD0-9C5F-FC7419D53851}" srcOrd="0" destOrd="0" presId="urn:microsoft.com/office/officeart/2008/layout/HorizontalMultiLevelHierarchy"/>
    <dgm:cxn modelId="{49D6E5FA-3815-48A7-9ABA-522A802F1D33}" type="presParOf" srcId="{758E4605-80B6-4941-88C6-950DD635BC4F}" destId="{6E56A5DC-081B-42C1-B864-DE349C364679}" srcOrd="1" destOrd="0" presId="urn:microsoft.com/office/officeart/2008/layout/HorizontalMultiLevelHierarchy"/>
    <dgm:cxn modelId="{A028FD72-C597-4F28-8933-AF0136BBC8D4}" type="presParOf" srcId="{CEE576F1-4605-4999-A91A-11217FF13556}" destId="{0C2DF84A-B78B-4BE0-913D-21F2420AB4A4}" srcOrd="8" destOrd="0" presId="urn:microsoft.com/office/officeart/2008/layout/HorizontalMultiLevelHierarchy"/>
    <dgm:cxn modelId="{6FA930C0-9026-4126-816E-7AAEC1D3668D}" type="presParOf" srcId="{0C2DF84A-B78B-4BE0-913D-21F2420AB4A4}" destId="{23876221-100F-4155-8FAE-AE745CE93235}" srcOrd="0" destOrd="0" presId="urn:microsoft.com/office/officeart/2008/layout/HorizontalMultiLevelHierarchy"/>
    <dgm:cxn modelId="{E7F7DC77-AC36-47EA-80FF-7B16D0A250EC}" type="presParOf" srcId="{CEE576F1-4605-4999-A91A-11217FF13556}" destId="{86359903-D68E-4BC8-8E21-4B4A1B1F3996}" srcOrd="9" destOrd="0" presId="urn:microsoft.com/office/officeart/2008/layout/HorizontalMultiLevelHierarchy"/>
    <dgm:cxn modelId="{2E0C7550-C78A-468C-947D-A3E2CB2CB914}" type="presParOf" srcId="{86359903-D68E-4BC8-8E21-4B4A1B1F3996}" destId="{F6A97026-AD2E-4F0E-8D82-869D41F32FA1}" srcOrd="0" destOrd="0" presId="urn:microsoft.com/office/officeart/2008/layout/HorizontalMultiLevelHierarchy"/>
    <dgm:cxn modelId="{6C665086-3090-434A-8F5B-AC49091EB8B8}" type="presParOf" srcId="{86359903-D68E-4BC8-8E21-4B4A1B1F3996}" destId="{4E58196B-0BCD-44E5-8221-EDDA16EBDDB1}" srcOrd="1" destOrd="0" presId="urn:microsoft.com/office/officeart/2008/layout/HorizontalMultiLevelHierarchy"/>
    <dgm:cxn modelId="{C7E0A0ED-83F6-4CCF-9841-208D739A06FA}" type="presParOf" srcId="{CEE576F1-4605-4999-A91A-11217FF13556}" destId="{A7E313B3-5453-4BDE-A10A-241275BBA62E}" srcOrd="10" destOrd="0" presId="urn:microsoft.com/office/officeart/2008/layout/HorizontalMultiLevelHierarchy"/>
    <dgm:cxn modelId="{43E093A6-792D-4E49-B6B0-6C3AA447A28D}" type="presParOf" srcId="{A7E313B3-5453-4BDE-A10A-241275BBA62E}" destId="{B0C843CC-F7A3-4268-9A63-BC66A27F604C}" srcOrd="0" destOrd="0" presId="urn:microsoft.com/office/officeart/2008/layout/HorizontalMultiLevelHierarchy"/>
    <dgm:cxn modelId="{527944B7-86AB-435B-BAFD-B79CD83EE4B2}" type="presParOf" srcId="{CEE576F1-4605-4999-A91A-11217FF13556}" destId="{AF605B0B-94FB-41C9-8123-708C9A140B5E}" srcOrd="11" destOrd="0" presId="urn:microsoft.com/office/officeart/2008/layout/HorizontalMultiLevelHierarchy"/>
    <dgm:cxn modelId="{4D81F415-F788-4DDC-8644-9DE653F9468B}" type="presParOf" srcId="{AF605B0B-94FB-41C9-8123-708C9A140B5E}" destId="{10A57150-2137-4546-816C-5C7C46E26522}" srcOrd="0" destOrd="0" presId="urn:microsoft.com/office/officeart/2008/layout/HorizontalMultiLevelHierarchy"/>
    <dgm:cxn modelId="{FC0D634B-6D2F-447C-8FA6-DFC39B7C4DB0}" type="presParOf" srcId="{AF605B0B-94FB-41C9-8123-708C9A140B5E}" destId="{8078120E-8403-425C-8B64-D8D29200ADB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7D7C50-6E8A-4337-AEF6-73510EF63992}" type="doc">
      <dgm:prSet loTypeId="urn:microsoft.com/office/officeart/2005/8/layout/pyramid2" loCatId="pyramid" qsTypeId="urn:microsoft.com/office/officeart/2005/8/quickstyle/3d3" qsCatId="3D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E24ECB05-2829-40C6-A6FF-EA8D152C3068}">
      <dgm:prSet phldrT="[Text]"/>
      <dgm:spPr/>
      <dgm:t>
        <a:bodyPr/>
        <a:lstStyle/>
        <a:p>
          <a:r>
            <a:rPr lang="en-US" dirty="0" smtClean="0"/>
            <a:t>Senior Management</a:t>
          </a:r>
          <a:endParaRPr lang="en-US" dirty="0"/>
        </a:p>
      </dgm:t>
    </dgm:pt>
    <dgm:pt modelId="{2331763F-3715-4801-8C4B-FB87863F4A1F}" type="parTrans" cxnId="{8D8BEA71-C0AD-479D-84C8-F50F733FD692}">
      <dgm:prSet/>
      <dgm:spPr/>
      <dgm:t>
        <a:bodyPr/>
        <a:lstStyle/>
        <a:p>
          <a:endParaRPr lang="en-US"/>
        </a:p>
      </dgm:t>
    </dgm:pt>
    <dgm:pt modelId="{36C8A673-5B2A-4D6E-A4A1-C9EE93B44408}" type="sibTrans" cxnId="{8D8BEA71-C0AD-479D-84C8-F50F733FD692}">
      <dgm:prSet/>
      <dgm:spPr/>
      <dgm:t>
        <a:bodyPr/>
        <a:lstStyle/>
        <a:p>
          <a:endParaRPr lang="en-US"/>
        </a:p>
      </dgm:t>
    </dgm:pt>
    <dgm:pt modelId="{D57880EA-C885-421F-B713-49AF44060C54}">
      <dgm:prSet phldrT="[Text]"/>
      <dgm:spPr/>
      <dgm:t>
        <a:bodyPr/>
        <a:lstStyle/>
        <a:p>
          <a:r>
            <a:rPr lang="en-US" dirty="0" smtClean="0"/>
            <a:t>Middle Management Scientists and Knowledge workers</a:t>
          </a:r>
          <a:endParaRPr lang="en-US" dirty="0"/>
        </a:p>
      </dgm:t>
    </dgm:pt>
    <dgm:pt modelId="{DBD30F77-BD82-4760-B6A5-3DCE8F14C667}" type="parTrans" cxnId="{16E770C5-BEF1-475E-9FC0-17B4126E3972}">
      <dgm:prSet/>
      <dgm:spPr/>
      <dgm:t>
        <a:bodyPr/>
        <a:lstStyle/>
        <a:p>
          <a:endParaRPr lang="en-US"/>
        </a:p>
      </dgm:t>
    </dgm:pt>
    <dgm:pt modelId="{051D3B31-66A2-443E-AA12-82287141E3D9}" type="sibTrans" cxnId="{16E770C5-BEF1-475E-9FC0-17B4126E3972}">
      <dgm:prSet/>
      <dgm:spPr/>
      <dgm:t>
        <a:bodyPr/>
        <a:lstStyle/>
        <a:p>
          <a:endParaRPr lang="en-US"/>
        </a:p>
      </dgm:t>
    </dgm:pt>
    <dgm:pt modelId="{A14DD62F-7A0F-47BF-A470-7B5C63B0483F}">
      <dgm:prSet phldrT="[Text]"/>
      <dgm:spPr/>
      <dgm:t>
        <a:bodyPr/>
        <a:lstStyle/>
        <a:p>
          <a:r>
            <a:rPr lang="en-US" dirty="0" smtClean="0"/>
            <a:t>Operational Management</a:t>
          </a:r>
          <a:endParaRPr lang="en-US" dirty="0"/>
        </a:p>
      </dgm:t>
    </dgm:pt>
    <dgm:pt modelId="{C74B54FA-BE12-42D7-803D-1651BD55120E}" type="parTrans" cxnId="{BD952E6F-0F81-4E2C-8DEB-38D2C9F7A511}">
      <dgm:prSet/>
      <dgm:spPr/>
      <dgm:t>
        <a:bodyPr/>
        <a:lstStyle/>
        <a:p>
          <a:endParaRPr lang="en-US"/>
        </a:p>
      </dgm:t>
    </dgm:pt>
    <dgm:pt modelId="{099FDA53-E58B-4B60-8174-10A79BB86A9A}" type="sibTrans" cxnId="{BD952E6F-0F81-4E2C-8DEB-38D2C9F7A511}">
      <dgm:prSet/>
      <dgm:spPr/>
      <dgm:t>
        <a:bodyPr/>
        <a:lstStyle/>
        <a:p>
          <a:endParaRPr lang="en-US"/>
        </a:p>
      </dgm:t>
    </dgm:pt>
    <dgm:pt modelId="{6BF2930E-413D-449D-9642-14AD38C16188}">
      <dgm:prSet phldrT="[Text]"/>
      <dgm:spPr/>
      <dgm:t>
        <a:bodyPr/>
        <a:lstStyle/>
        <a:p>
          <a:r>
            <a:rPr lang="en-US" dirty="0" smtClean="0"/>
            <a:t>Knowledge workers</a:t>
          </a:r>
          <a:endParaRPr lang="en-US" dirty="0"/>
        </a:p>
      </dgm:t>
    </dgm:pt>
    <dgm:pt modelId="{4A06FA77-07A3-4C13-9CF9-5F0B4ABE1469}" type="parTrans" cxnId="{BD00B052-646D-4879-A550-1938F2F5B373}">
      <dgm:prSet/>
      <dgm:spPr/>
      <dgm:t>
        <a:bodyPr/>
        <a:lstStyle/>
        <a:p>
          <a:endParaRPr lang="en-US"/>
        </a:p>
      </dgm:t>
    </dgm:pt>
    <dgm:pt modelId="{A0503FDD-A990-47F6-9238-94DC6FCFF5CB}" type="sibTrans" cxnId="{BD00B052-646D-4879-A550-1938F2F5B373}">
      <dgm:prSet/>
      <dgm:spPr/>
      <dgm:t>
        <a:bodyPr/>
        <a:lstStyle/>
        <a:p>
          <a:endParaRPr lang="en-US"/>
        </a:p>
      </dgm:t>
    </dgm:pt>
    <dgm:pt modelId="{290AE6E6-B09C-46F8-B4F2-727F95F02CA5}">
      <dgm:prSet phldrT="[Text]"/>
      <dgm:spPr/>
      <dgm:t>
        <a:bodyPr/>
        <a:lstStyle/>
        <a:p>
          <a:r>
            <a:rPr lang="en-US" dirty="0" smtClean="0"/>
            <a:t>Data workers</a:t>
          </a:r>
          <a:endParaRPr lang="en-US" dirty="0"/>
        </a:p>
      </dgm:t>
    </dgm:pt>
    <dgm:pt modelId="{BD76C2DF-DBC9-443F-A531-FE6B74A0423A}" type="parTrans" cxnId="{1715EF37-928E-4FE4-9734-3B227FFBCC71}">
      <dgm:prSet/>
      <dgm:spPr/>
      <dgm:t>
        <a:bodyPr/>
        <a:lstStyle/>
        <a:p>
          <a:endParaRPr lang="en-US"/>
        </a:p>
      </dgm:t>
    </dgm:pt>
    <dgm:pt modelId="{982B6A47-19C4-4596-8260-542A78B4086D}" type="sibTrans" cxnId="{1715EF37-928E-4FE4-9734-3B227FFBCC71}">
      <dgm:prSet/>
      <dgm:spPr/>
      <dgm:t>
        <a:bodyPr/>
        <a:lstStyle/>
        <a:p>
          <a:endParaRPr lang="en-US"/>
        </a:p>
      </dgm:t>
    </dgm:pt>
    <dgm:pt modelId="{A405FE17-0930-4818-B509-63601AE6584E}">
      <dgm:prSet phldrT="[Text]"/>
      <dgm:spPr/>
      <dgm:t>
        <a:bodyPr/>
        <a:lstStyle/>
        <a:p>
          <a:r>
            <a:rPr lang="en-US" dirty="0" smtClean="0"/>
            <a:t>Products or service workers</a:t>
          </a:r>
          <a:endParaRPr lang="en-US" dirty="0"/>
        </a:p>
      </dgm:t>
    </dgm:pt>
    <dgm:pt modelId="{EA5E0561-28E0-4F81-98FB-24B5CDF0DD9C}" type="parTrans" cxnId="{347BA91D-A0C5-4E15-8B02-903AC5BC98A0}">
      <dgm:prSet/>
      <dgm:spPr/>
      <dgm:t>
        <a:bodyPr/>
        <a:lstStyle/>
        <a:p>
          <a:endParaRPr lang="en-US"/>
        </a:p>
      </dgm:t>
    </dgm:pt>
    <dgm:pt modelId="{404CE584-B694-4485-9F3C-C36F79AED7C4}" type="sibTrans" cxnId="{347BA91D-A0C5-4E15-8B02-903AC5BC98A0}">
      <dgm:prSet/>
      <dgm:spPr/>
      <dgm:t>
        <a:bodyPr/>
        <a:lstStyle/>
        <a:p>
          <a:endParaRPr lang="en-US"/>
        </a:p>
      </dgm:t>
    </dgm:pt>
    <dgm:pt modelId="{67FD66FF-62E9-4BB6-99E8-E4CAE383ABCD}" type="pres">
      <dgm:prSet presAssocID="{C17D7C50-6E8A-4337-AEF6-73510EF63992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485E61D8-658F-4067-97CB-25FBF15D19E0}" type="pres">
      <dgm:prSet presAssocID="{C17D7C50-6E8A-4337-AEF6-73510EF63992}" presName="pyramid" presStyleLbl="node1" presStyleIdx="0" presStyleCnt="1" custScaleX="82916" custScaleY="85646" custLinFactNeighborX="21398" custLinFactNeighborY="5048"/>
      <dgm:spPr/>
    </dgm:pt>
    <dgm:pt modelId="{2C41EFE2-E06E-4BB4-9FB8-3BC3CE489C33}" type="pres">
      <dgm:prSet presAssocID="{C17D7C50-6E8A-4337-AEF6-73510EF63992}" presName="theList" presStyleCnt="0"/>
      <dgm:spPr/>
    </dgm:pt>
    <dgm:pt modelId="{67618A9B-C546-483F-B446-30C5ECD3DC72}" type="pres">
      <dgm:prSet presAssocID="{E24ECB05-2829-40C6-A6FF-EA8D152C3068}" presName="aNode" presStyleLbl="fgAcc1" presStyleIdx="0" presStyleCnt="6" custScaleX="70534" custLinFactY="6553" custLinFactNeighborX="12733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57819-896D-43C4-8B22-897905D74122}" type="pres">
      <dgm:prSet presAssocID="{E24ECB05-2829-40C6-A6FF-EA8D152C3068}" presName="aSpace" presStyleCnt="0"/>
      <dgm:spPr/>
    </dgm:pt>
    <dgm:pt modelId="{1303D5DA-0249-4B31-B9DC-79ACF9FD615F}" type="pres">
      <dgm:prSet presAssocID="{D57880EA-C885-421F-B713-49AF44060C54}" presName="aNode" presStyleLbl="fgAcc1" presStyleIdx="1" presStyleCnt="6" custScaleX="68917" custLinFactY="33029" custLinFactNeighborX="13030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43303E-17AE-4DB5-9991-247D70A119C4}" type="pres">
      <dgm:prSet presAssocID="{D57880EA-C885-421F-B713-49AF44060C54}" presName="aSpace" presStyleCnt="0"/>
      <dgm:spPr/>
    </dgm:pt>
    <dgm:pt modelId="{55EDA3E7-4F07-4402-A05B-CF41854A376F}" type="pres">
      <dgm:prSet presAssocID="{A14DD62F-7A0F-47BF-A470-7B5C63B0483F}" presName="aNode" presStyleLbl="fgAcc1" presStyleIdx="2" presStyleCnt="6" custScaleX="68917" custLinFactY="45027" custLinFactNeighborX="1224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FB91A1-3481-4F79-AAC4-C7AC5BF87FD1}" type="pres">
      <dgm:prSet presAssocID="{A14DD62F-7A0F-47BF-A470-7B5C63B0483F}" presName="aSpace" presStyleCnt="0"/>
      <dgm:spPr/>
    </dgm:pt>
    <dgm:pt modelId="{B59359E9-9A80-4092-9B27-224BBBF56BD1}" type="pres">
      <dgm:prSet presAssocID="{6BF2930E-413D-449D-9642-14AD38C16188}" presName="aNode" presStyleLbl="fgAcc1" presStyleIdx="3" presStyleCnt="6" custScaleX="68917" custLinFactY="48361" custLinFactNeighborX="12126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94E95B-329E-47E5-9FAD-2CDA0983A599}" type="pres">
      <dgm:prSet presAssocID="{6BF2930E-413D-449D-9642-14AD38C16188}" presName="aSpace" presStyleCnt="0"/>
      <dgm:spPr/>
    </dgm:pt>
    <dgm:pt modelId="{BD5CE667-C2E6-4AC7-AFB3-99FB7958F535}" type="pres">
      <dgm:prSet presAssocID="{290AE6E6-B09C-46F8-B4F2-727F95F02CA5}" presName="aNode" presStyleLbl="fgAcc1" presStyleIdx="4" presStyleCnt="6" custScaleX="68917" custLinFactY="49845" custLinFactNeighborX="1224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DD507B-4523-4705-937E-E146ABE7FB1F}" type="pres">
      <dgm:prSet presAssocID="{290AE6E6-B09C-46F8-B4F2-727F95F02CA5}" presName="aSpace" presStyleCnt="0"/>
      <dgm:spPr/>
    </dgm:pt>
    <dgm:pt modelId="{6D8DC8F6-A6C7-400B-8B56-3BAED74BF276}" type="pres">
      <dgm:prSet presAssocID="{A405FE17-0930-4818-B509-63601AE6584E}" presName="aNode" presStyleLbl="fgAcc1" presStyleIdx="5" presStyleCnt="6" custScaleX="68917" custLinFactY="68464" custLinFactNeighborX="1224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1694B-07B9-43F0-8AAA-DAAC84D173D5}" type="pres">
      <dgm:prSet presAssocID="{A405FE17-0930-4818-B509-63601AE6584E}" presName="aSpace" presStyleCnt="0"/>
      <dgm:spPr/>
    </dgm:pt>
  </dgm:ptLst>
  <dgm:cxnLst>
    <dgm:cxn modelId="{AB36C6B0-A132-4746-B74A-0B04A6AD1BA2}" type="presOf" srcId="{D57880EA-C885-421F-B713-49AF44060C54}" destId="{1303D5DA-0249-4B31-B9DC-79ACF9FD615F}" srcOrd="0" destOrd="0" presId="urn:microsoft.com/office/officeart/2005/8/layout/pyramid2"/>
    <dgm:cxn modelId="{A7A93B0A-989D-4E84-9505-F5C1EEDC7CB5}" type="presOf" srcId="{C17D7C50-6E8A-4337-AEF6-73510EF63992}" destId="{67FD66FF-62E9-4BB6-99E8-E4CAE383ABCD}" srcOrd="0" destOrd="0" presId="urn:microsoft.com/office/officeart/2005/8/layout/pyramid2"/>
    <dgm:cxn modelId="{BD952E6F-0F81-4E2C-8DEB-38D2C9F7A511}" srcId="{C17D7C50-6E8A-4337-AEF6-73510EF63992}" destId="{A14DD62F-7A0F-47BF-A470-7B5C63B0483F}" srcOrd="2" destOrd="0" parTransId="{C74B54FA-BE12-42D7-803D-1651BD55120E}" sibTransId="{099FDA53-E58B-4B60-8174-10A79BB86A9A}"/>
    <dgm:cxn modelId="{12B0FD53-0D72-406A-80AC-94FC8CCD418C}" type="presOf" srcId="{6BF2930E-413D-449D-9642-14AD38C16188}" destId="{B59359E9-9A80-4092-9B27-224BBBF56BD1}" srcOrd="0" destOrd="0" presId="urn:microsoft.com/office/officeart/2005/8/layout/pyramid2"/>
    <dgm:cxn modelId="{7945F119-C77B-4AD3-BC4A-DAE281297C14}" type="presOf" srcId="{A405FE17-0930-4818-B509-63601AE6584E}" destId="{6D8DC8F6-A6C7-400B-8B56-3BAED74BF276}" srcOrd="0" destOrd="0" presId="urn:microsoft.com/office/officeart/2005/8/layout/pyramid2"/>
    <dgm:cxn modelId="{9504A2E2-7405-4DDC-9DD5-A03F3AD24CC7}" type="presOf" srcId="{A14DD62F-7A0F-47BF-A470-7B5C63B0483F}" destId="{55EDA3E7-4F07-4402-A05B-CF41854A376F}" srcOrd="0" destOrd="0" presId="urn:microsoft.com/office/officeart/2005/8/layout/pyramid2"/>
    <dgm:cxn modelId="{8D8BEA71-C0AD-479D-84C8-F50F733FD692}" srcId="{C17D7C50-6E8A-4337-AEF6-73510EF63992}" destId="{E24ECB05-2829-40C6-A6FF-EA8D152C3068}" srcOrd="0" destOrd="0" parTransId="{2331763F-3715-4801-8C4B-FB87863F4A1F}" sibTransId="{36C8A673-5B2A-4D6E-A4A1-C9EE93B44408}"/>
    <dgm:cxn modelId="{BC93360C-438C-489C-9858-A3CF4AA97093}" type="presOf" srcId="{E24ECB05-2829-40C6-A6FF-EA8D152C3068}" destId="{67618A9B-C546-483F-B446-30C5ECD3DC72}" srcOrd="0" destOrd="0" presId="urn:microsoft.com/office/officeart/2005/8/layout/pyramid2"/>
    <dgm:cxn modelId="{BD00B052-646D-4879-A550-1938F2F5B373}" srcId="{C17D7C50-6E8A-4337-AEF6-73510EF63992}" destId="{6BF2930E-413D-449D-9642-14AD38C16188}" srcOrd="3" destOrd="0" parTransId="{4A06FA77-07A3-4C13-9CF9-5F0B4ABE1469}" sibTransId="{A0503FDD-A990-47F6-9238-94DC6FCFF5CB}"/>
    <dgm:cxn modelId="{347BA91D-A0C5-4E15-8B02-903AC5BC98A0}" srcId="{C17D7C50-6E8A-4337-AEF6-73510EF63992}" destId="{A405FE17-0930-4818-B509-63601AE6584E}" srcOrd="5" destOrd="0" parTransId="{EA5E0561-28E0-4F81-98FB-24B5CDF0DD9C}" sibTransId="{404CE584-B694-4485-9F3C-C36F79AED7C4}"/>
    <dgm:cxn modelId="{D11126CB-B639-4506-9D89-C873F10F6CED}" type="presOf" srcId="{290AE6E6-B09C-46F8-B4F2-727F95F02CA5}" destId="{BD5CE667-C2E6-4AC7-AFB3-99FB7958F535}" srcOrd="0" destOrd="0" presId="urn:microsoft.com/office/officeart/2005/8/layout/pyramid2"/>
    <dgm:cxn modelId="{16E770C5-BEF1-475E-9FC0-17B4126E3972}" srcId="{C17D7C50-6E8A-4337-AEF6-73510EF63992}" destId="{D57880EA-C885-421F-B713-49AF44060C54}" srcOrd="1" destOrd="0" parTransId="{DBD30F77-BD82-4760-B6A5-3DCE8F14C667}" sibTransId="{051D3B31-66A2-443E-AA12-82287141E3D9}"/>
    <dgm:cxn modelId="{1715EF37-928E-4FE4-9734-3B227FFBCC71}" srcId="{C17D7C50-6E8A-4337-AEF6-73510EF63992}" destId="{290AE6E6-B09C-46F8-B4F2-727F95F02CA5}" srcOrd="4" destOrd="0" parTransId="{BD76C2DF-DBC9-443F-A531-FE6B74A0423A}" sibTransId="{982B6A47-19C4-4596-8260-542A78B4086D}"/>
    <dgm:cxn modelId="{22A5FF77-EFE2-40FE-8310-DD5D6C370670}" type="presParOf" srcId="{67FD66FF-62E9-4BB6-99E8-E4CAE383ABCD}" destId="{485E61D8-658F-4067-97CB-25FBF15D19E0}" srcOrd="0" destOrd="0" presId="urn:microsoft.com/office/officeart/2005/8/layout/pyramid2"/>
    <dgm:cxn modelId="{390B8329-BEF3-462E-B250-4DB24BF12D21}" type="presParOf" srcId="{67FD66FF-62E9-4BB6-99E8-E4CAE383ABCD}" destId="{2C41EFE2-E06E-4BB4-9FB8-3BC3CE489C33}" srcOrd="1" destOrd="0" presId="urn:microsoft.com/office/officeart/2005/8/layout/pyramid2"/>
    <dgm:cxn modelId="{3C9063C0-30E5-40B6-A640-E4C40C298671}" type="presParOf" srcId="{2C41EFE2-E06E-4BB4-9FB8-3BC3CE489C33}" destId="{67618A9B-C546-483F-B446-30C5ECD3DC72}" srcOrd="0" destOrd="0" presId="urn:microsoft.com/office/officeart/2005/8/layout/pyramid2"/>
    <dgm:cxn modelId="{A511CD3E-9704-4417-899B-7F8810AC0B8B}" type="presParOf" srcId="{2C41EFE2-E06E-4BB4-9FB8-3BC3CE489C33}" destId="{5A857819-896D-43C4-8B22-897905D74122}" srcOrd="1" destOrd="0" presId="urn:microsoft.com/office/officeart/2005/8/layout/pyramid2"/>
    <dgm:cxn modelId="{54D1815B-83F8-4479-9687-EE96DBB0AB38}" type="presParOf" srcId="{2C41EFE2-E06E-4BB4-9FB8-3BC3CE489C33}" destId="{1303D5DA-0249-4B31-B9DC-79ACF9FD615F}" srcOrd="2" destOrd="0" presId="urn:microsoft.com/office/officeart/2005/8/layout/pyramid2"/>
    <dgm:cxn modelId="{E24B6660-8C09-4425-AAC3-CAC769D97506}" type="presParOf" srcId="{2C41EFE2-E06E-4BB4-9FB8-3BC3CE489C33}" destId="{8E43303E-17AE-4DB5-9991-247D70A119C4}" srcOrd="3" destOrd="0" presId="urn:microsoft.com/office/officeart/2005/8/layout/pyramid2"/>
    <dgm:cxn modelId="{3F390DC2-C92A-4E36-BF07-F7D5C1FD60D6}" type="presParOf" srcId="{2C41EFE2-E06E-4BB4-9FB8-3BC3CE489C33}" destId="{55EDA3E7-4F07-4402-A05B-CF41854A376F}" srcOrd="4" destOrd="0" presId="urn:microsoft.com/office/officeart/2005/8/layout/pyramid2"/>
    <dgm:cxn modelId="{86C82447-9F66-475A-A516-323925F725DD}" type="presParOf" srcId="{2C41EFE2-E06E-4BB4-9FB8-3BC3CE489C33}" destId="{4DFB91A1-3481-4F79-AAC4-C7AC5BF87FD1}" srcOrd="5" destOrd="0" presId="urn:microsoft.com/office/officeart/2005/8/layout/pyramid2"/>
    <dgm:cxn modelId="{2DA09EEC-D9C7-482F-A066-A5BEF55367AC}" type="presParOf" srcId="{2C41EFE2-E06E-4BB4-9FB8-3BC3CE489C33}" destId="{B59359E9-9A80-4092-9B27-224BBBF56BD1}" srcOrd="6" destOrd="0" presId="urn:microsoft.com/office/officeart/2005/8/layout/pyramid2"/>
    <dgm:cxn modelId="{D535ACC1-45E5-43F3-AAE9-2F6BDD6C9DA4}" type="presParOf" srcId="{2C41EFE2-E06E-4BB4-9FB8-3BC3CE489C33}" destId="{7E94E95B-329E-47E5-9FAD-2CDA0983A599}" srcOrd="7" destOrd="0" presId="urn:microsoft.com/office/officeart/2005/8/layout/pyramid2"/>
    <dgm:cxn modelId="{29BD11A5-9881-4097-9483-D06321EEDC17}" type="presParOf" srcId="{2C41EFE2-E06E-4BB4-9FB8-3BC3CE489C33}" destId="{BD5CE667-C2E6-4AC7-AFB3-99FB7958F535}" srcOrd="8" destOrd="0" presId="urn:microsoft.com/office/officeart/2005/8/layout/pyramid2"/>
    <dgm:cxn modelId="{573DEC38-6566-4E65-BD8D-6804715B891D}" type="presParOf" srcId="{2C41EFE2-E06E-4BB4-9FB8-3BC3CE489C33}" destId="{ADDD507B-4523-4705-937E-E146ABE7FB1F}" srcOrd="9" destOrd="0" presId="urn:microsoft.com/office/officeart/2005/8/layout/pyramid2"/>
    <dgm:cxn modelId="{1223C133-68FC-4367-8760-2A30FF50D175}" type="presParOf" srcId="{2C41EFE2-E06E-4BB4-9FB8-3BC3CE489C33}" destId="{6D8DC8F6-A6C7-400B-8B56-3BAED74BF276}" srcOrd="10" destOrd="0" presId="urn:microsoft.com/office/officeart/2005/8/layout/pyramid2"/>
    <dgm:cxn modelId="{0DFD75CF-6D8E-4B4D-AEEE-FDB475289CCE}" type="presParOf" srcId="{2C41EFE2-E06E-4BB4-9FB8-3BC3CE489C33}" destId="{D931694B-07B9-43F0-8AAA-DAAC84D173D5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AF0ED9C-4DFD-4876-B988-E90B1D87357F}" type="doc">
      <dgm:prSet loTypeId="urn:microsoft.com/office/officeart/2005/8/layout/list1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F4A090-7215-4B01-9252-C8E027F663A0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Sale and Marketing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2BA0940-DF4F-4AC0-9ED2-6ABFABD7C9D5}" type="parTrans" cxnId="{93AB7A5C-2F32-443C-ACC7-EC67F661E02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659076D-0B4C-45E8-8A9E-0A9FB99375F6}" type="sibTrans" cxnId="{93AB7A5C-2F32-443C-ACC7-EC67F661E02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FB35A23-B84A-43CC-BC0E-5AB9A1A937EB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Manufacturing and Production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231B101-DDD7-4F69-A77C-6AEACCDE12DD}" type="parTrans" cxnId="{5AB2B0F1-E515-444D-86F3-E8ACED5FF58F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D4B9873-C30C-4D81-BA17-8354B164FA0B}" type="sibTrans" cxnId="{5AB2B0F1-E515-444D-86F3-E8ACED5FF58F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DBCE432-488A-4572-AD4D-2E0394E93C5C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Finance and Accounting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968E73A-90D4-4A0D-A570-FF66B6DEF702}" type="parTrans" cxnId="{3F6D7BF1-CE24-4ED3-9EA8-66CE20352631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11581F-1D57-4DB4-B8F6-47E076A60378}" type="sibTrans" cxnId="{3F6D7BF1-CE24-4ED3-9EA8-66CE20352631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96AF4AC-2C08-41C0-BB39-7BFBDA342E7C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Human resources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47BBAD4-D21E-43A5-8BEA-70738C40B6BE}" type="parTrans" cxnId="{4C34C954-5A27-4185-8426-9F8716706A49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CA7B9EC-2F1B-4675-93A7-C7C45A82EA00}" type="sibTrans" cxnId="{4C34C954-5A27-4185-8426-9F8716706A49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42B4F34-5A2D-4B36-96CC-142C3D05B913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Selling the Organization’s product and services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DC4DEDB-C3DE-411F-B35D-2D261702AF5F}" type="parTrans" cxnId="{A7091443-794B-4E5E-B1DA-0DF10D3CF98D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4BBA176-92DD-46BC-B753-34231B2D1BA5}" type="sibTrans" cxnId="{A7091443-794B-4E5E-B1DA-0DF10D3CF98D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19F96A5-6343-4590-9AB2-D5E9ED2935B9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Producing delivering products and services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92E69EF-0324-4489-AB8A-1A9136019B55}" type="parTrans" cxnId="{B6D0891A-4093-4FEC-B14D-4170E5C3CA89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E1907C-D854-427E-B8AF-7A6D5D15E608}" type="sibTrans" cxnId="{B6D0891A-4093-4FEC-B14D-4170E5C3CA89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A46EF06-E710-458F-B637-B95057CE6A4E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Managing the Organization’s financial assets and maintaining the organization’s financial records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22B63F5-D73C-4445-AD5F-CE798A2949BC}" type="parTrans" cxnId="{8855F0F0-0EB2-4A15-9DF2-3C4348B3F79B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B71DB1A-E57C-43CE-9693-C8C4A7D09F52}" type="sibTrans" cxnId="{8855F0F0-0EB2-4A15-9DF2-3C4348B3F79B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4413A7E-75AA-4311-8024-A2A0EC00A0EB}">
      <dgm:prSet phldrT="[Text]" custT="1"/>
      <dgm:spPr/>
      <dgm:t>
        <a:bodyPr/>
        <a:lstStyle/>
        <a:p>
          <a:r>
            <a:rPr 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Attracting, developing and maintaining the organization’s labor force and employee records</a:t>
          </a:r>
          <a:endParaRPr lang="en-US" sz="1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02BF4B5-AE06-4E6E-A468-89E00BCBED7A}" type="parTrans" cxnId="{036BC00D-784B-40A1-B158-832FB319796E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AC6239D-5DBE-4EFC-9208-1AB48BD52066}" type="sibTrans" cxnId="{036BC00D-784B-40A1-B158-832FB319796E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5954F30-D1BD-4ECF-9789-506EFE0F6AE8}" type="pres">
      <dgm:prSet presAssocID="{8AF0ED9C-4DFD-4876-B988-E90B1D87357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60485-96D4-4420-B464-DC4A6B45571C}" type="pres">
      <dgm:prSet presAssocID="{AAF4A090-7215-4B01-9252-C8E027F663A0}" presName="parentLin" presStyleCnt="0"/>
      <dgm:spPr/>
    </dgm:pt>
    <dgm:pt modelId="{25D81741-220D-4410-B1E5-D85A2A4A9259}" type="pres">
      <dgm:prSet presAssocID="{AAF4A090-7215-4B01-9252-C8E027F663A0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1D6F8DCC-DD5A-47D9-A619-DCFCF67F40D2}" type="pres">
      <dgm:prSet presAssocID="{AAF4A090-7215-4B01-9252-C8E027F663A0}" presName="parentText" presStyleLbl="node1" presStyleIdx="0" presStyleCnt="4" custScaleY="11541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E8062-356C-432A-A4F8-01CAD1BB6F84}" type="pres">
      <dgm:prSet presAssocID="{AAF4A090-7215-4B01-9252-C8E027F663A0}" presName="negativeSpace" presStyleCnt="0"/>
      <dgm:spPr/>
    </dgm:pt>
    <dgm:pt modelId="{27A5ADBA-A2DE-4B1A-A187-CE6515F9075F}" type="pres">
      <dgm:prSet presAssocID="{AAF4A090-7215-4B01-9252-C8E027F663A0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A348E0-414B-490B-8B89-5678BE49CDE8}" type="pres">
      <dgm:prSet presAssocID="{5659076D-0B4C-45E8-8A9E-0A9FB99375F6}" presName="spaceBetweenRectangles" presStyleCnt="0"/>
      <dgm:spPr/>
    </dgm:pt>
    <dgm:pt modelId="{3EDA5751-6CA6-4FA9-A9D1-2C4F2D2B7F38}" type="pres">
      <dgm:prSet presAssocID="{CFB35A23-B84A-43CC-BC0E-5AB9A1A937EB}" presName="parentLin" presStyleCnt="0"/>
      <dgm:spPr/>
    </dgm:pt>
    <dgm:pt modelId="{951C98CE-D065-4145-A3D7-6A6951F74871}" type="pres">
      <dgm:prSet presAssocID="{CFB35A23-B84A-43CC-BC0E-5AB9A1A937EB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2944562-4F19-4224-8F0F-DF0667C01376}" type="pres">
      <dgm:prSet presAssocID="{CFB35A23-B84A-43CC-BC0E-5AB9A1A937E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62E28A-1E44-4D85-B7C4-CE35C081B25F}" type="pres">
      <dgm:prSet presAssocID="{CFB35A23-B84A-43CC-BC0E-5AB9A1A937EB}" presName="negativeSpace" presStyleCnt="0"/>
      <dgm:spPr/>
    </dgm:pt>
    <dgm:pt modelId="{C8D422B4-D460-46D3-B264-B17264B1FA9C}" type="pres">
      <dgm:prSet presAssocID="{CFB35A23-B84A-43CC-BC0E-5AB9A1A937EB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D00D67-151B-4019-80D6-4C2C5DD8C3FF}" type="pres">
      <dgm:prSet presAssocID="{7D4B9873-C30C-4D81-BA17-8354B164FA0B}" presName="spaceBetweenRectangles" presStyleCnt="0"/>
      <dgm:spPr/>
    </dgm:pt>
    <dgm:pt modelId="{4A2CD5B9-2457-4D9A-A1BA-FA355E947974}" type="pres">
      <dgm:prSet presAssocID="{6DBCE432-488A-4572-AD4D-2E0394E93C5C}" presName="parentLin" presStyleCnt="0"/>
      <dgm:spPr/>
    </dgm:pt>
    <dgm:pt modelId="{E10D2908-AC46-4427-8327-9324F23F4C2D}" type="pres">
      <dgm:prSet presAssocID="{6DBCE432-488A-4572-AD4D-2E0394E93C5C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45B42C49-E8D2-4BBE-B6B1-B18B66E9F582}" type="pres">
      <dgm:prSet presAssocID="{6DBCE432-488A-4572-AD4D-2E0394E93C5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9BBB9E-A3CF-438F-9A36-D4EABCD3F84F}" type="pres">
      <dgm:prSet presAssocID="{6DBCE432-488A-4572-AD4D-2E0394E93C5C}" presName="negativeSpace" presStyleCnt="0"/>
      <dgm:spPr/>
    </dgm:pt>
    <dgm:pt modelId="{E4109F08-477E-4DF1-9E1F-49E1E85363AA}" type="pres">
      <dgm:prSet presAssocID="{6DBCE432-488A-4572-AD4D-2E0394E93C5C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FEF5C2-9D71-4073-82E8-89835EF6E88E}" type="pres">
      <dgm:prSet presAssocID="{D111581F-1D57-4DB4-B8F6-47E076A60378}" presName="spaceBetweenRectangles" presStyleCnt="0"/>
      <dgm:spPr/>
    </dgm:pt>
    <dgm:pt modelId="{0E6E89AD-47A7-4E99-B3D9-558D729880B5}" type="pres">
      <dgm:prSet presAssocID="{D96AF4AC-2C08-41C0-BB39-7BFBDA342E7C}" presName="parentLin" presStyleCnt="0"/>
      <dgm:spPr/>
    </dgm:pt>
    <dgm:pt modelId="{EACF4104-34D3-4F9A-B468-9299447D7708}" type="pres">
      <dgm:prSet presAssocID="{D96AF4AC-2C08-41C0-BB39-7BFBDA342E7C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B1F6262A-7435-4E69-8622-9A71B051DC65}" type="pres">
      <dgm:prSet presAssocID="{D96AF4AC-2C08-41C0-BB39-7BFBDA342E7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DA2F50-E9D1-47AA-81EB-1B9385D0275C}" type="pres">
      <dgm:prSet presAssocID="{D96AF4AC-2C08-41C0-BB39-7BFBDA342E7C}" presName="negativeSpace" presStyleCnt="0"/>
      <dgm:spPr/>
    </dgm:pt>
    <dgm:pt modelId="{129C872F-FF35-4A51-BCA3-3BC9C828E0AB}" type="pres">
      <dgm:prSet presAssocID="{D96AF4AC-2C08-41C0-BB39-7BFBDA342E7C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55F0F0-0EB2-4A15-9DF2-3C4348B3F79B}" srcId="{6DBCE432-488A-4572-AD4D-2E0394E93C5C}" destId="{5A46EF06-E710-458F-B637-B95057CE6A4E}" srcOrd="0" destOrd="0" parTransId="{522B63F5-D73C-4445-AD5F-CE798A2949BC}" sibTransId="{DB71DB1A-E57C-43CE-9693-C8C4A7D09F52}"/>
    <dgm:cxn modelId="{737C37D2-5F4B-4FBC-9F83-7D69ACA68F63}" type="presOf" srcId="{CFB35A23-B84A-43CC-BC0E-5AB9A1A937EB}" destId="{951C98CE-D065-4145-A3D7-6A6951F74871}" srcOrd="0" destOrd="0" presId="urn:microsoft.com/office/officeart/2005/8/layout/list1"/>
    <dgm:cxn modelId="{A7091443-794B-4E5E-B1DA-0DF10D3CF98D}" srcId="{AAF4A090-7215-4B01-9252-C8E027F663A0}" destId="{742B4F34-5A2D-4B36-96CC-142C3D05B913}" srcOrd="0" destOrd="0" parTransId="{EDC4DEDB-C3DE-411F-B35D-2D261702AF5F}" sibTransId="{54BBA176-92DD-46BC-B753-34231B2D1BA5}"/>
    <dgm:cxn modelId="{6AA3996D-3309-4B38-90CB-D5226678620D}" type="presOf" srcId="{AAF4A090-7215-4B01-9252-C8E027F663A0}" destId="{1D6F8DCC-DD5A-47D9-A619-DCFCF67F40D2}" srcOrd="1" destOrd="0" presId="urn:microsoft.com/office/officeart/2005/8/layout/list1"/>
    <dgm:cxn modelId="{6D5A260D-045D-4855-9A9C-8150BB69F4FB}" type="presOf" srcId="{CFB35A23-B84A-43CC-BC0E-5AB9A1A937EB}" destId="{32944562-4F19-4224-8F0F-DF0667C01376}" srcOrd="1" destOrd="0" presId="urn:microsoft.com/office/officeart/2005/8/layout/list1"/>
    <dgm:cxn modelId="{E805751F-2287-4CBA-AE24-566BCF39A36B}" type="presOf" srcId="{D96AF4AC-2C08-41C0-BB39-7BFBDA342E7C}" destId="{B1F6262A-7435-4E69-8622-9A71B051DC65}" srcOrd="1" destOrd="0" presId="urn:microsoft.com/office/officeart/2005/8/layout/list1"/>
    <dgm:cxn modelId="{EB4DB179-DD0B-456B-9C5A-AB7379D1B522}" type="presOf" srcId="{8AF0ED9C-4DFD-4876-B988-E90B1D87357F}" destId="{F5954F30-D1BD-4ECF-9789-506EFE0F6AE8}" srcOrd="0" destOrd="0" presId="urn:microsoft.com/office/officeart/2005/8/layout/list1"/>
    <dgm:cxn modelId="{6C6ECAFF-2EE3-48EA-A1ED-DBF2FD44CDD0}" type="presOf" srcId="{6DBCE432-488A-4572-AD4D-2E0394E93C5C}" destId="{E10D2908-AC46-4427-8327-9324F23F4C2D}" srcOrd="0" destOrd="0" presId="urn:microsoft.com/office/officeart/2005/8/layout/list1"/>
    <dgm:cxn modelId="{FD11A13F-4541-4296-984E-A6F4C0C0FD3E}" type="presOf" srcId="{5A46EF06-E710-458F-B637-B95057CE6A4E}" destId="{E4109F08-477E-4DF1-9E1F-49E1E85363AA}" srcOrd="0" destOrd="0" presId="urn:microsoft.com/office/officeart/2005/8/layout/list1"/>
    <dgm:cxn modelId="{D349A75B-9343-47B3-A144-EB127816DEE1}" type="presOf" srcId="{AAF4A090-7215-4B01-9252-C8E027F663A0}" destId="{25D81741-220D-4410-B1E5-D85A2A4A9259}" srcOrd="0" destOrd="0" presId="urn:microsoft.com/office/officeart/2005/8/layout/list1"/>
    <dgm:cxn modelId="{B6D0891A-4093-4FEC-B14D-4170E5C3CA89}" srcId="{CFB35A23-B84A-43CC-BC0E-5AB9A1A937EB}" destId="{719F96A5-6343-4590-9AB2-D5E9ED2935B9}" srcOrd="0" destOrd="0" parTransId="{F92E69EF-0324-4489-AB8A-1A9136019B55}" sibTransId="{D1E1907C-D854-427E-B8AF-7A6D5D15E608}"/>
    <dgm:cxn modelId="{D0CDB28F-FD60-407B-A1DC-8ECFB7515BBB}" type="presOf" srcId="{64413A7E-75AA-4311-8024-A2A0EC00A0EB}" destId="{129C872F-FF35-4A51-BCA3-3BC9C828E0AB}" srcOrd="0" destOrd="0" presId="urn:microsoft.com/office/officeart/2005/8/layout/list1"/>
    <dgm:cxn modelId="{3F6D7BF1-CE24-4ED3-9EA8-66CE20352631}" srcId="{8AF0ED9C-4DFD-4876-B988-E90B1D87357F}" destId="{6DBCE432-488A-4572-AD4D-2E0394E93C5C}" srcOrd="2" destOrd="0" parTransId="{4968E73A-90D4-4A0D-A570-FF66B6DEF702}" sibTransId="{D111581F-1D57-4DB4-B8F6-47E076A60378}"/>
    <dgm:cxn modelId="{4C34C954-5A27-4185-8426-9F8716706A49}" srcId="{8AF0ED9C-4DFD-4876-B988-E90B1D87357F}" destId="{D96AF4AC-2C08-41C0-BB39-7BFBDA342E7C}" srcOrd="3" destOrd="0" parTransId="{847BBAD4-D21E-43A5-8BEA-70738C40B6BE}" sibTransId="{2CA7B9EC-2F1B-4675-93A7-C7C45A82EA00}"/>
    <dgm:cxn modelId="{036BC00D-784B-40A1-B158-832FB319796E}" srcId="{D96AF4AC-2C08-41C0-BB39-7BFBDA342E7C}" destId="{64413A7E-75AA-4311-8024-A2A0EC00A0EB}" srcOrd="0" destOrd="0" parTransId="{C02BF4B5-AE06-4E6E-A468-89E00BCBED7A}" sibTransId="{4AC6239D-5DBE-4EFC-9208-1AB48BD52066}"/>
    <dgm:cxn modelId="{5AB2B0F1-E515-444D-86F3-E8ACED5FF58F}" srcId="{8AF0ED9C-4DFD-4876-B988-E90B1D87357F}" destId="{CFB35A23-B84A-43CC-BC0E-5AB9A1A937EB}" srcOrd="1" destOrd="0" parTransId="{9231B101-DDD7-4F69-A77C-6AEACCDE12DD}" sibTransId="{7D4B9873-C30C-4D81-BA17-8354B164FA0B}"/>
    <dgm:cxn modelId="{93AB7A5C-2F32-443C-ACC7-EC67F661E026}" srcId="{8AF0ED9C-4DFD-4876-B988-E90B1D87357F}" destId="{AAF4A090-7215-4B01-9252-C8E027F663A0}" srcOrd="0" destOrd="0" parTransId="{22BA0940-DF4F-4AC0-9ED2-6ABFABD7C9D5}" sibTransId="{5659076D-0B4C-45E8-8A9E-0A9FB99375F6}"/>
    <dgm:cxn modelId="{E6A7B00F-23B0-46BF-ABAD-075F57474D07}" type="presOf" srcId="{719F96A5-6343-4590-9AB2-D5E9ED2935B9}" destId="{C8D422B4-D460-46D3-B264-B17264B1FA9C}" srcOrd="0" destOrd="0" presId="urn:microsoft.com/office/officeart/2005/8/layout/list1"/>
    <dgm:cxn modelId="{AC600488-636E-4E26-AE46-FDA939B28C47}" type="presOf" srcId="{742B4F34-5A2D-4B36-96CC-142C3D05B913}" destId="{27A5ADBA-A2DE-4B1A-A187-CE6515F9075F}" srcOrd="0" destOrd="0" presId="urn:microsoft.com/office/officeart/2005/8/layout/list1"/>
    <dgm:cxn modelId="{B46621D9-2ED6-499C-93B6-B1BCBBE7CEF5}" type="presOf" srcId="{D96AF4AC-2C08-41C0-BB39-7BFBDA342E7C}" destId="{EACF4104-34D3-4F9A-B468-9299447D7708}" srcOrd="0" destOrd="0" presId="urn:microsoft.com/office/officeart/2005/8/layout/list1"/>
    <dgm:cxn modelId="{63E85B26-309B-4817-AF8A-99241E4369C4}" type="presOf" srcId="{6DBCE432-488A-4572-AD4D-2E0394E93C5C}" destId="{45B42C49-E8D2-4BBE-B6B1-B18B66E9F582}" srcOrd="1" destOrd="0" presId="urn:microsoft.com/office/officeart/2005/8/layout/list1"/>
    <dgm:cxn modelId="{68C32A67-235A-48BD-8254-32D7B43A7845}" type="presParOf" srcId="{F5954F30-D1BD-4ECF-9789-506EFE0F6AE8}" destId="{CC160485-96D4-4420-B464-DC4A6B45571C}" srcOrd="0" destOrd="0" presId="urn:microsoft.com/office/officeart/2005/8/layout/list1"/>
    <dgm:cxn modelId="{891E6F41-1263-4FCB-B515-596292E030D0}" type="presParOf" srcId="{CC160485-96D4-4420-B464-DC4A6B45571C}" destId="{25D81741-220D-4410-B1E5-D85A2A4A9259}" srcOrd="0" destOrd="0" presId="urn:microsoft.com/office/officeart/2005/8/layout/list1"/>
    <dgm:cxn modelId="{D88F41B9-12EE-4CB7-AD90-3BC15C04BDBC}" type="presParOf" srcId="{CC160485-96D4-4420-B464-DC4A6B45571C}" destId="{1D6F8DCC-DD5A-47D9-A619-DCFCF67F40D2}" srcOrd="1" destOrd="0" presId="urn:microsoft.com/office/officeart/2005/8/layout/list1"/>
    <dgm:cxn modelId="{B165BCE1-66AB-4B5E-AD52-2AC0A2B66C9F}" type="presParOf" srcId="{F5954F30-D1BD-4ECF-9789-506EFE0F6AE8}" destId="{19FE8062-356C-432A-A4F8-01CAD1BB6F84}" srcOrd="1" destOrd="0" presId="urn:microsoft.com/office/officeart/2005/8/layout/list1"/>
    <dgm:cxn modelId="{38733F87-59D4-4A34-B93F-12816733716D}" type="presParOf" srcId="{F5954F30-D1BD-4ECF-9789-506EFE0F6AE8}" destId="{27A5ADBA-A2DE-4B1A-A187-CE6515F9075F}" srcOrd="2" destOrd="0" presId="urn:microsoft.com/office/officeart/2005/8/layout/list1"/>
    <dgm:cxn modelId="{6315A263-C872-44B1-9325-88B3CA246A64}" type="presParOf" srcId="{F5954F30-D1BD-4ECF-9789-506EFE0F6AE8}" destId="{32A348E0-414B-490B-8B89-5678BE49CDE8}" srcOrd="3" destOrd="0" presId="urn:microsoft.com/office/officeart/2005/8/layout/list1"/>
    <dgm:cxn modelId="{C8B49AD9-6B6A-4C26-A604-30CC69B5CCA1}" type="presParOf" srcId="{F5954F30-D1BD-4ECF-9789-506EFE0F6AE8}" destId="{3EDA5751-6CA6-4FA9-A9D1-2C4F2D2B7F38}" srcOrd="4" destOrd="0" presId="urn:microsoft.com/office/officeart/2005/8/layout/list1"/>
    <dgm:cxn modelId="{D1FA5619-E557-49B2-90BD-8AED71E21160}" type="presParOf" srcId="{3EDA5751-6CA6-4FA9-A9D1-2C4F2D2B7F38}" destId="{951C98CE-D065-4145-A3D7-6A6951F74871}" srcOrd="0" destOrd="0" presId="urn:microsoft.com/office/officeart/2005/8/layout/list1"/>
    <dgm:cxn modelId="{AC9F4B5A-0CE6-4249-9014-13EFE94AF2C5}" type="presParOf" srcId="{3EDA5751-6CA6-4FA9-A9D1-2C4F2D2B7F38}" destId="{32944562-4F19-4224-8F0F-DF0667C01376}" srcOrd="1" destOrd="0" presId="urn:microsoft.com/office/officeart/2005/8/layout/list1"/>
    <dgm:cxn modelId="{FD97A05E-4C51-4769-9209-D69107DB18D2}" type="presParOf" srcId="{F5954F30-D1BD-4ECF-9789-506EFE0F6AE8}" destId="{7D62E28A-1E44-4D85-B7C4-CE35C081B25F}" srcOrd="5" destOrd="0" presId="urn:microsoft.com/office/officeart/2005/8/layout/list1"/>
    <dgm:cxn modelId="{0125680D-8D68-4D0B-9D3E-D9A311461455}" type="presParOf" srcId="{F5954F30-D1BD-4ECF-9789-506EFE0F6AE8}" destId="{C8D422B4-D460-46D3-B264-B17264B1FA9C}" srcOrd="6" destOrd="0" presId="urn:microsoft.com/office/officeart/2005/8/layout/list1"/>
    <dgm:cxn modelId="{6F6048A6-B6BF-4020-8ED9-D57FE86110C7}" type="presParOf" srcId="{F5954F30-D1BD-4ECF-9789-506EFE0F6AE8}" destId="{6FD00D67-151B-4019-80D6-4C2C5DD8C3FF}" srcOrd="7" destOrd="0" presId="urn:microsoft.com/office/officeart/2005/8/layout/list1"/>
    <dgm:cxn modelId="{F9B0E49E-0326-4AC1-BE15-5B7A26ADBB98}" type="presParOf" srcId="{F5954F30-D1BD-4ECF-9789-506EFE0F6AE8}" destId="{4A2CD5B9-2457-4D9A-A1BA-FA355E947974}" srcOrd="8" destOrd="0" presId="urn:microsoft.com/office/officeart/2005/8/layout/list1"/>
    <dgm:cxn modelId="{FDCB72B9-A8D2-4147-995B-66889F574342}" type="presParOf" srcId="{4A2CD5B9-2457-4D9A-A1BA-FA355E947974}" destId="{E10D2908-AC46-4427-8327-9324F23F4C2D}" srcOrd="0" destOrd="0" presId="urn:microsoft.com/office/officeart/2005/8/layout/list1"/>
    <dgm:cxn modelId="{DCAD3EF8-66A3-446F-A01C-4FC313090812}" type="presParOf" srcId="{4A2CD5B9-2457-4D9A-A1BA-FA355E947974}" destId="{45B42C49-E8D2-4BBE-B6B1-B18B66E9F582}" srcOrd="1" destOrd="0" presId="urn:microsoft.com/office/officeart/2005/8/layout/list1"/>
    <dgm:cxn modelId="{B1833243-6760-4EDD-8621-EF5C17BE01CA}" type="presParOf" srcId="{F5954F30-D1BD-4ECF-9789-506EFE0F6AE8}" destId="{909BBB9E-A3CF-438F-9A36-D4EABCD3F84F}" srcOrd="9" destOrd="0" presId="urn:microsoft.com/office/officeart/2005/8/layout/list1"/>
    <dgm:cxn modelId="{4EAECF6E-1075-4FA6-92E7-AEB3F9998565}" type="presParOf" srcId="{F5954F30-D1BD-4ECF-9789-506EFE0F6AE8}" destId="{E4109F08-477E-4DF1-9E1F-49E1E85363AA}" srcOrd="10" destOrd="0" presId="urn:microsoft.com/office/officeart/2005/8/layout/list1"/>
    <dgm:cxn modelId="{05A4A2BC-DFC8-43B1-971E-D09239208180}" type="presParOf" srcId="{F5954F30-D1BD-4ECF-9789-506EFE0F6AE8}" destId="{21FEF5C2-9D71-4073-82E8-89835EF6E88E}" srcOrd="11" destOrd="0" presId="urn:microsoft.com/office/officeart/2005/8/layout/list1"/>
    <dgm:cxn modelId="{248450AB-45AE-46B5-B8C7-9035B6980C18}" type="presParOf" srcId="{F5954F30-D1BD-4ECF-9789-506EFE0F6AE8}" destId="{0E6E89AD-47A7-4E99-B3D9-558D729880B5}" srcOrd="12" destOrd="0" presId="urn:microsoft.com/office/officeart/2005/8/layout/list1"/>
    <dgm:cxn modelId="{23D114C5-3046-442A-A8B6-933191FE39FE}" type="presParOf" srcId="{0E6E89AD-47A7-4E99-B3D9-558D729880B5}" destId="{EACF4104-34D3-4F9A-B468-9299447D7708}" srcOrd="0" destOrd="0" presId="urn:microsoft.com/office/officeart/2005/8/layout/list1"/>
    <dgm:cxn modelId="{2D7D574A-DA89-4353-BD93-65ABC36998DE}" type="presParOf" srcId="{0E6E89AD-47A7-4E99-B3D9-558D729880B5}" destId="{B1F6262A-7435-4E69-8622-9A71B051DC65}" srcOrd="1" destOrd="0" presId="urn:microsoft.com/office/officeart/2005/8/layout/list1"/>
    <dgm:cxn modelId="{F7D9FB06-3E45-46FC-BB16-41CC55B1D491}" type="presParOf" srcId="{F5954F30-D1BD-4ECF-9789-506EFE0F6AE8}" destId="{C0DA2F50-E9D1-47AA-81EB-1B9385D0275C}" srcOrd="13" destOrd="0" presId="urn:microsoft.com/office/officeart/2005/8/layout/list1"/>
    <dgm:cxn modelId="{7A7BE51E-C6F6-4CE8-AEA2-B5E1F9360E50}" type="presParOf" srcId="{F5954F30-D1BD-4ECF-9789-506EFE0F6AE8}" destId="{129C872F-FF35-4A51-BCA3-3BC9C828E0A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4D8FD2-487C-454A-8963-C1D3D63A13DE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C8E1BDB7-0917-4248-8E9E-FEBE13F1C9D1}">
      <dgm:prSet phldrT="[Text]" custT="1"/>
      <dgm:spPr/>
      <dgm:t>
        <a:bodyPr/>
        <a:lstStyle/>
        <a:p>
          <a:pPr algn="ctr"/>
          <a:r>
            <a:rPr 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Organizational assets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FEE9540-A4C1-4F7C-B033-F058CBA42F2F}" type="parTrans" cxnId="{1CB01315-9151-4D20-9EBA-0F637639F225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8FB9AAD-4263-4519-88DB-F1266F618DDE}" type="sibTrans" cxnId="{1CB01315-9151-4D20-9EBA-0F637639F225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4F1D1C8-70A3-4861-BA1D-EDF8476BF42D}">
      <dgm:prSet phldrT="[Text]" custT="1"/>
      <dgm:spPr/>
      <dgm:t>
        <a:bodyPr/>
        <a:lstStyle/>
        <a:p>
          <a:pPr algn="just"/>
          <a:r>
            <a:rPr lang="en-GB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Supportive organizational culture that values efficiency and effectiveness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B54B532-A01F-4A7F-A423-4BC511AD7E64}" type="parTrans" cxnId="{30F82D1C-3E08-48C4-8776-3FDA0FDCEFD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EB29F92-F5DC-4A3B-8590-E1EDBEC47FB1}" type="sibTrans" cxnId="{30F82D1C-3E08-48C4-8776-3FDA0FDCEFD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C9C2459-BEC8-4DD8-825C-772E7CE46726}">
      <dgm:prSet phldrT="[Text]" custT="1"/>
      <dgm:spPr/>
      <dgm:t>
        <a:bodyPr/>
        <a:lstStyle/>
        <a:p>
          <a:pPr algn="ctr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Managerial assets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BC80B86-DBA7-4E7E-A891-8380AF37081F}" type="parTrans" cxnId="{482055D9-B9B3-4EC0-99EB-DBD65293F22B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5291400-874A-4BF2-8B18-380F7A7FBE3C}" type="sibTrans" cxnId="{482055D9-B9B3-4EC0-99EB-DBD65293F22B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5649D0B-4D2C-4E1B-9C42-3987B68DE2C6}">
      <dgm:prSet phldrT="[Text]" custT="1"/>
      <dgm:spPr/>
      <dgm:t>
        <a:bodyPr/>
        <a:lstStyle/>
        <a:p>
          <a:pPr algn="just"/>
          <a:r>
            <a:rPr lang="en-GB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senior management support for technology investment and change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96BC86-111B-4B45-8A08-98AE54964BEC}" type="parTrans" cxnId="{EE87DA88-5CFD-470A-826B-3F32A5435BA0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17ACA09-2236-4334-BE6B-DDD24A2F90E9}" type="sibTrans" cxnId="{EE87DA88-5CFD-470A-826B-3F32A5435BA0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E0FF3BC-2F29-4BDE-B16F-79B35F6ED4AD}">
      <dgm:prSet phldrT="[Text]" custT="1"/>
      <dgm:spPr/>
      <dgm:t>
        <a:bodyPr/>
        <a:lstStyle/>
        <a:p>
          <a:pPr algn="ctr"/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Social assets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BD76E77-FDAA-4FE8-A5EA-A2A36EE0DF3A}" type="parTrans" cxnId="{29DD097C-1775-49A3-9A72-9B47F7351B85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BF57296-28C7-4A00-B2B6-B12109F73A70}" type="sibTrans" cxnId="{29DD097C-1775-49A3-9A72-9B47F7351B85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464F15A-8BB1-4B17-9D68-EED7E7F7F2FA}">
      <dgm:prSet phldrT="[Text]" custT="1"/>
      <dgm:spPr/>
      <dgm:t>
        <a:bodyPr/>
        <a:lstStyle/>
        <a:p>
          <a:pPr algn="just"/>
          <a:r>
            <a:rPr lang="en-US" sz="11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Internet and telecommunications infrastructure</a:t>
          </a:r>
          <a:endParaRPr lang="en-US" sz="11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2E9E709-45E6-422E-9DE5-F71FE6E805F8}" type="parTrans" cxnId="{28033B3B-26D3-4BE2-B0C6-C413C359998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BC18198-4281-4F3A-8C80-0B86DD00EF9F}" type="sibTrans" cxnId="{28033B3B-26D3-4BE2-B0C6-C413C359998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CAD1E9A-A113-4289-94EE-920F738DD173}">
      <dgm:prSet custT="1"/>
      <dgm:spPr/>
      <dgm:t>
        <a:bodyPr/>
        <a:lstStyle/>
        <a:p>
          <a:pPr algn="just"/>
          <a:r>
            <a:rPr lang="en-US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Appropriate business model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315BE4A-7099-4079-8E9A-760BC9DA1892}" type="parTrans" cxnId="{7C1988E2-B944-4A2D-AF51-8E86AF382CD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B4FB6EA-D5F4-4A33-8E37-4D1211F392A2}" type="sibTrans" cxnId="{7C1988E2-B944-4A2D-AF51-8E86AF382CD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753E3C3-CE2B-4BED-9673-F6FD4F3FE033}">
      <dgm:prSet custT="1"/>
      <dgm:spPr/>
      <dgm:t>
        <a:bodyPr/>
        <a:lstStyle/>
        <a:p>
          <a:pPr algn="just"/>
          <a:r>
            <a:rPr lang="en-US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Efficient business processes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4D82C76-7636-49CD-A7F6-554D5703C33B}" type="parTrans" cxnId="{FB43078F-5F8A-4E9E-823D-0B96FF4AE26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5397304-BE08-42A6-8102-84A45538DDD8}" type="sibTrans" cxnId="{FB43078F-5F8A-4E9E-823D-0B96FF4AE26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164271D-EABC-48DC-B721-AC2C95C54050}">
      <dgm:prSet custT="1"/>
      <dgm:spPr/>
      <dgm:t>
        <a:bodyPr/>
        <a:lstStyle/>
        <a:p>
          <a:pPr algn="just"/>
          <a:r>
            <a:rPr lang="en-US" sz="105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Decentralized authority</a:t>
          </a:r>
          <a:endParaRPr lang="en-US" sz="105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4440643-0075-4B26-8A97-A5EA1A7C5801}" type="parTrans" cxnId="{08215BC6-DEC2-4CC2-9213-8E93931765E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1827538-6999-4C68-B828-A2ACFBBFD56D}" type="sibTrans" cxnId="{08215BC6-DEC2-4CC2-9213-8E93931765E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67CBABF-1663-4791-8CCB-24BC395BE20D}">
      <dgm:prSet custT="1"/>
      <dgm:spPr/>
      <dgm:t>
        <a:bodyPr/>
        <a:lstStyle/>
        <a:p>
          <a:pPr algn="just"/>
          <a:r>
            <a:rPr lang="en-US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Distributed decision-making rights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DE00508-92B2-4EF2-8F74-ECFAB2AB512A}" type="parTrans" cxnId="{1CC0E976-2CCF-4B90-B8E8-B37D9BEEAEAD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E8CA0BD-C178-43CD-BD21-00E832A5B67A}" type="sibTrans" cxnId="{1CC0E976-2CCF-4B90-B8E8-B37D9BEEAEAD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4F17836-1D9F-4075-9296-DEC0D7FA3AF6}">
      <dgm:prSet custT="1"/>
      <dgm:spPr/>
      <dgm:t>
        <a:bodyPr/>
        <a:lstStyle/>
        <a:p>
          <a:pPr algn="just"/>
          <a:r>
            <a:rPr lang="en-US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IS development team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F2B7AA7-282C-472B-B92B-1EC80205D2AF}" type="parTrans" cxnId="{917F8C14-6C61-4AD2-9F26-227BCC64BEA2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C8419D9-1128-47E4-ADC0-6D399C3B801C}" type="sibTrans" cxnId="{917F8C14-6C61-4AD2-9F26-227BCC64BEA2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7D44A63-9130-44F0-8EF4-74DCCA206EA6}">
      <dgm:prSet custT="1"/>
      <dgm:spPr/>
      <dgm:t>
        <a:bodyPr/>
        <a:lstStyle/>
        <a:p>
          <a:pPr algn="just"/>
          <a:r>
            <a:rPr lang="en-US" sz="105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Incentives for management innovation</a:t>
          </a:r>
          <a:endParaRPr lang="en-US" sz="105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3998DF6-B4A4-4334-84E0-84B0A4C0ECD4}" type="parTrans" cxnId="{1B0B3608-9B0E-4604-AF64-C623EA66AD0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47B2DA8-A2FF-44E9-A190-4391CC92263C}" type="sibTrans" cxnId="{1B0B3608-9B0E-4604-AF64-C623EA66AD0A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16E4CB3-EF01-45F0-ADA4-04B0DAB8E377}">
      <dgm:prSet custT="1"/>
      <dgm:spPr/>
      <dgm:t>
        <a:bodyPr/>
        <a:lstStyle/>
        <a:p>
          <a:pPr algn="just"/>
          <a:r>
            <a:rPr lang="en-GB" sz="105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Teamwork and collaborative work environments</a:t>
          </a:r>
          <a:endParaRPr lang="en-US" sz="105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49B44AE-6C4B-42CE-A69F-1040206F6674}" type="parTrans" cxnId="{2FD46E75-55EA-4119-B241-559DE7F2D35F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5AFFC73-72D2-4793-A171-A9C5F0EF8563}" type="sibTrans" cxnId="{2FD46E75-55EA-4119-B241-559DE7F2D35F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0B9FE3B-DD97-42C4-A6BD-112869F5EF2F}">
      <dgm:prSet custT="1"/>
      <dgm:spPr/>
      <dgm:t>
        <a:bodyPr/>
        <a:lstStyle/>
        <a:p>
          <a:pPr algn="just"/>
          <a:r>
            <a:rPr lang="en-GB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Training programs to enhance management decision skills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5E60E05-5B9C-4258-BC66-126E22E8126F}" type="parTrans" cxnId="{86E40A81-E9B9-485A-8650-17FA35893D49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312DADB-4ABB-40F9-894A-44A8D11B9765}" type="sibTrans" cxnId="{86E40A81-E9B9-485A-8650-17FA35893D49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C5A7F20-532B-4B88-B257-BDC2ADF85F39}">
      <dgm:prSet custT="1"/>
      <dgm:spPr/>
      <dgm:t>
        <a:bodyPr/>
        <a:lstStyle/>
        <a:p>
          <a:pPr algn="just"/>
          <a:r>
            <a:rPr lang="en-GB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Management culture that values flexibility and knowledge-based decision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4B0DDA0-471F-4388-AF1E-346F40DF3942}" type="parTrans" cxnId="{86C120CD-EC92-4565-A8EB-A465FC98E5EC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A5DC5CC-4A9D-413C-B60B-9E8FF9B5558A}" type="sibTrans" cxnId="{86C120CD-EC92-4565-A8EB-A465FC98E5EC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EBDBD3A-68B3-4238-BFD1-A0D54F4C430B}">
      <dgm:prSet custT="1"/>
      <dgm:spPr/>
      <dgm:t>
        <a:bodyPr/>
        <a:lstStyle/>
        <a:p>
          <a:pPr algn="just"/>
          <a:r>
            <a:rPr lang="en-US" sz="105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making.</a:t>
          </a:r>
          <a:endParaRPr lang="en-US" sz="105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8EC1020-8F32-4AD9-96A7-5684C7A024FE}" type="parTrans" cxnId="{C5888EDB-5763-471A-8067-E0D5EB772AF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C98DB23-A828-41C6-AE86-6F0BD2E48898}" type="sibTrans" cxnId="{C5888EDB-5763-471A-8067-E0D5EB772AF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BB4843-3D88-4D88-ABD4-A66A3FE27345}">
      <dgm:prSet custT="1"/>
      <dgm:spPr/>
      <dgm:t>
        <a:bodyPr/>
        <a:lstStyle/>
        <a:p>
          <a:pPr algn="just"/>
          <a:r>
            <a:rPr lang="en-GB" sz="11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IT-enriched educational programs raising labor force computer literacy</a:t>
          </a:r>
          <a:endParaRPr lang="en-US" sz="11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D425EBF-E97C-4105-8976-4F24C57436C2}" type="parTrans" cxnId="{BB0CFC2C-259C-4CEC-BE3C-43618D46337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A1985B3-4B6D-4A64-A72A-02537EC26A3F}" type="sibTrans" cxnId="{BB0CFC2C-259C-4CEC-BE3C-43618D463373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8745B5A-53C6-4FAF-962A-31AA789AC405}">
      <dgm:prSet custT="1"/>
      <dgm:spPr/>
      <dgm:t>
        <a:bodyPr/>
        <a:lstStyle/>
        <a:p>
          <a:pPr algn="just"/>
          <a:r>
            <a:rPr lang="en-GB" sz="11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Standards (both government and private sector)</a:t>
          </a:r>
          <a:endParaRPr lang="en-US" sz="11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7E3F0D-11ED-4C8F-A501-C4E3A7E43C50}" type="parTrans" cxnId="{D835A594-69CF-4DAD-B7D7-98800C6756F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8051B2C-19FE-44BD-AFFA-26CD16CDBF57}" type="sibTrans" cxnId="{D835A594-69CF-4DAD-B7D7-98800C6756FE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235E629-1998-4365-BB2A-B9A38A2ED1B0}">
      <dgm:prSet custT="1"/>
      <dgm:spPr/>
      <dgm:t>
        <a:bodyPr/>
        <a:lstStyle/>
        <a:p>
          <a:pPr algn="just"/>
          <a:r>
            <a:rPr lang="en-GB" sz="11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Laws and regulations creating fair, stable market environments</a:t>
          </a:r>
          <a:endParaRPr lang="en-US" sz="11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A025FED-3521-4E49-9038-7B8C3DF07EFF}" type="parTrans" cxnId="{38220CAA-03A7-4A70-9101-3E53109B108F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725959B-6BBA-4C4F-88DD-AF99662DE3AB}" type="sibTrans" cxnId="{38220CAA-03A7-4A70-9101-3E53109B108F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F36FE6C-83A4-4094-A47A-FA8C819CACE4}">
      <dgm:prSet custT="1"/>
      <dgm:spPr/>
      <dgm:t>
        <a:bodyPr/>
        <a:lstStyle/>
        <a:p>
          <a:pPr algn="just"/>
          <a:r>
            <a:rPr lang="en-GB" sz="11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Technology and service firms in adjacent markets to assist implementation</a:t>
          </a:r>
          <a:endParaRPr lang="en-US" sz="11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9492D1C-E6B5-42FB-B842-EB6A1EBF63E2}" type="parTrans" cxnId="{D9A26FE5-8CCA-46A8-879F-234A0E95C5A0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A2AC988-EB1C-4B38-8C60-C1709A7843D6}" type="sibTrans" cxnId="{D9A26FE5-8CCA-46A8-879F-234A0E95C5A0}">
      <dgm:prSet/>
      <dgm:spPr/>
      <dgm:t>
        <a:bodyPr/>
        <a:lstStyle/>
        <a:p>
          <a:pPr algn="ctr"/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4B2EB4B-2F46-4BC6-A6AA-000ABDF2A710}" type="pres">
      <dgm:prSet presAssocID="{5C4D8FD2-487C-454A-8963-C1D3D63A13D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22A3A7-5983-4988-B603-761DBC6F3350}" type="pres">
      <dgm:prSet presAssocID="{C8E1BDB7-0917-4248-8E9E-FEBE13F1C9D1}" presName="linNode" presStyleCnt="0"/>
      <dgm:spPr/>
    </dgm:pt>
    <dgm:pt modelId="{D19A61BA-78BF-4674-AC53-D4EA4E6A7CBC}" type="pres">
      <dgm:prSet presAssocID="{C8E1BDB7-0917-4248-8E9E-FEBE13F1C9D1}" presName="parTx" presStyleLbl="revTx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F3E4BD-6F6D-4E2E-8C4C-91BF07BDEC6A}" type="pres">
      <dgm:prSet presAssocID="{C8E1BDB7-0917-4248-8E9E-FEBE13F1C9D1}" presName="bracket" presStyleLbl="parChTrans1D1" presStyleIdx="0" presStyleCnt="3"/>
      <dgm:spPr/>
    </dgm:pt>
    <dgm:pt modelId="{288F0144-5ED2-4CBA-AB7E-EC7CF75C5B77}" type="pres">
      <dgm:prSet presAssocID="{C8E1BDB7-0917-4248-8E9E-FEBE13F1C9D1}" presName="spH" presStyleCnt="0"/>
      <dgm:spPr/>
    </dgm:pt>
    <dgm:pt modelId="{43166E84-0170-4E32-B168-D255D83C3DD9}" type="pres">
      <dgm:prSet presAssocID="{C8E1BDB7-0917-4248-8E9E-FEBE13F1C9D1}" presName="des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8215E6-7A9E-44AA-8C4F-D7512A45B179}" type="pres">
      <dgm:prSet presAssocID="{B8FB9AAD-4263-4519-88DB-F1266F618DDE}" presName="spV" presStyleCnt="0"/>
      <dgm:spPr/>
    </dgm:pt>
    <dgm:pt modelId="{C12CF01F-DABA-43D7-A05C-6541E026CC4D}" type="pres">
      <dgm:prSet presAssocID="{DC9C2459-BEC8-4DD8-825C-772E7CE46726}" presName="linNode" presStyleCnt="0"/>
      <dgm:spPr/>
    </dgm:pt>
    <dgm:pt modelId="{A5C2B521-35CF-4798-9228-63FDFDB55E75}" type="pres">
      <dgm:prSet presAssocID="{DC9C2459-BEC8-4DD8-825C-772E7CE46726}" presName="parTx" presStyleLbl="revTx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F42290-4E58-4E40-AD8F-DE9327C223E1}" type="pres">
      <dgm:prSet presAssocID="{DC9C2459-BEC8-4DD8-825C-772E7CE46726}" presName="bracket" presStyleLbl="parChTrans1D1" presStyleIdx="1" presStyleCnt="3"/>
      <dgm:spPr/>
    </dgm:pt>
    <dgm:pt modelId="{D482E49B-C4AA-40E9-9575-4B32C0146E2B}" type="pres">
      <dgm:prSet presAssocID="{DC9C2459-BEC8-4DD8-825C-772E7CE46726}" presName="spH" presStyleCnt="0"/>
      <dgm:spPr/>
    </dgm:pt>
    <dgm:pt modelId="{E6B38F51-7FC0-429C-B1C1-B47C35DFFCCD}" type="pres">
      <dgm:prSet presAssocID="{DC9C2459-BEC8-4DD8-825C-772E7CE46726}" presName="des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F351E8-7F96-4599-B080-695E4AB1BAF9}" type="pres">
      <dgm:prSet presAssocID="{05291400-874A-4BF2-8B18-380F7A7FBE3C}" presName="spV" presStyleCnt="0"/>
      <dgm:spPr/>
    </dgm:pt>
    <dgm:pt modelId="{528E8232-894F-485B-AC74-56FC95B03A2F}" type="pres">
      <dgm:prSet presAssocID="{EE0FF3BC-2F29-4BDE-B16F-79B35F6ED4AD}" presName="linNode" presStyleCnt="0"/>
      <dgm:spPr/>
    </dgm:pt>
    <dgm:pt modelId="{DB2E6568-EC34-4C39-9B78-661EA4EF7A8D}" type="pres">
      <dgm:prSet presAssocID="{EE0FF3BC-2F29-4BDE-B16F-79B35F6ED4AD}" presName="parTx" presStyleLbl="revTx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32329F-E1D1-4351-AFD4-D5D155A62122}" type="pres">
      <dgm:prSet presAssocID="{EE0FF3BC-2F29-4BDE-B16F-79B35F6ED4AD}" presName="bracket" presStyleLbl="parChTrans1D1" presStyleIdx="2" presStyleCnt="3"/>
      <dgm:spPr/>
    </dgm:pt>
    <dgm:pt modelId="{DE84CC41-7792-4F56-9231-69BBE78B4A09}" type="pres">
      <dgm:prSet presAssocID="{EE0FF3BC-2F29-4BDE-B16F-79B35F6ED4AD}" presName="spH" presStyleCnt="0"/>
      <dgm:spPr/>
    </dgm:pt>
    <dgm:pt modelId="{5BEBE41F-6A18-4A1D-9580-397B20986B89}" type="pres">
      <dgm:prSet presAssocID="{EE0FF3BC-2F29-4BDE-B16F-79B35F6ED4AD}" presName="des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DD097C-1775-49A3-9A72-9B47F7351B85}" srcId="{5C4D8FD2-487C-454A-8963-C1D3D63A13DE}" destId="{EE0FF3BC-2F29-4BDE-B16F-79B35F6ED4AD}" srcOrd="2" destOrd="0" parTransId="{7BD76E77-FDAA-4FE8-A5EA-A2A36EE0DF3A}" sibTransId="{EBF57296-28C7-4A00-B2B6-B12109F73A70}"/>
    <dgm:cxn modelId="{222632AA-E769-4570-8DC4-BC108054AE35}" type="presOf" srcId="{FC5A7F20-532B-4B88-B257-BDC2ADF85F39}" destId="{E6B38F51-7FC0-429C-B1C1-B47C35DFFCCD}" srcOrd="0" destOrd="4" presId="urn:diagrams.loki3.com/BracketList"/>
    <dgm:cxn modelId="{EE87DA88-5CFD-470A-826B-3F32A5435BA0}" srcId="{DC9C2459-BEC8-4DD8-825C-772E7CE46726}" destId="{95649D0B-4D2C-4E1B-9C42-3987B68DE2C6}" srcOrd="0" destOrd="0" parTransId="{4796BC86-111B-4B45-8A08-98AE54964BEC}" sibTransId="{617ACA09-2236-4334-BE6B-DDD24A2F90E9}"/>
    <dgm:cxn modelId="{1CB01315-9151-4D20-9EBA-0F637639F225}" srcId="{5C4D8FD2-487C-454A-8963-C1D3D63A13DE}" destId="{C8E1BDB7-0917-4248-8E9E-FEBE13F1C9D1}" srcOrd="0" destOrd="0" parTransId="{BFEE9540-A4C1-4F7C-B033-F058CBA42F2F}" sibTransId="{B8FB9AAD-4263-4519-88DB-F1266F618DDE}"/>
    <dgm:cxn modelId="{FB43078F-5F8A-4E9E-823D-0B96FF4AE263}" srcId="{C8E1BDB7-0917-4248-8E9E-FEBE13F1C9D1}" destId="{8753E3C3-CE2B-4BED-9673-F6FD4F3FE033}" srcOrd="2" destOrd="0" parTransId="{A4D82C76-7636-49CD-A7F6-554D5703C33B}" sibTransId="{15397304-BE08-42A6-8102-84A45538DDD8}"/>
    <dgm:cxn modelId="{ED347569-0095-4799-A6E5-E2076DFADBFC}" type="presOf" srcId="{95649D0B-4D2C-4E1B-9C42-3987B68DE2C6}" destId="{E6B38F51-7FC0-429C-B1C1-B47C35DFFCCD}" srcOrd="0" destOrd="0" presId="urn:diagrams.loki3.com/BracketList"/>
    <dgm:cxn modelId="{B0325EF6-9FC2-4528-9A3B-4C3FC56BC764}" type="presOf" srcId="{77D44A63-9130-44F0-8EF4-74DCCA206EA6}" destId="{E6B38F51-7FC0-429C-B1C1-B47C35DFFCCD}" srcOrd="0" destOrd="1" presId="urn:diagrams.loki3.com/BracketList"/>
    <dgm:cxn modelId="{EE0B00F5-D767-45D7-999F-FA43E7DE0C01}" type="presOf" srcId="{94F17836-1D9F-4075-9296-DEC0D7FA3AF6}" destId="{43166E84-0170-4E32-B168-D255D83C3DD9}" srcOrd="0" destOrd="5" presId="urn:diagrams.loki3.com/BracketList"/>
    <dgm:cxn modelId="{30F82D1C-3E08-48C4-8776-3FDA0FDCEFD3}" srcId="{C8E1BDB7-0917-4248-8E9E-FEBE13F1C9D1}" destId="{B4F1D1C8-70A3-4861-BA1D-EDF8476BF42D}" srcOrd="0" destOrd="0" parTransId="{7B54B532-A01F-4A7F-A423-4BC511AD7E64}" sibTransId="{3EB29F92-F5DC-4A3B-8590-E1EDBEC47FB1}"/>
    <dgm:cxn modelId="{1B0B3608-9B0E-4604-AF64-C623EA66AD0A}" srcId="{DC9C2459-BEC8-4DD8-825C-772E7CE46726}" destId="{77D44A63-9130-44F0-8EF4-74DCCA206EA6}" srcOrd="1" destOrd="0" parTransId="{83998DF6-B4A4-4334-84E0-84B0A4C0ECD4}" sibTransId="{047B2DA8-A2FF-44E9-A190-4391CC92263C}"/>
    <dgm:cxn modelId="{6F247018-192E-43CA-85CA-DD36D69143C2}" type="presOf" srcId="{1235E629-1998-4365-BB2A-B9A38A2ED1B0}" destId="{5BEBE41F-6A18-4A1D-9580-397B20986B89}" srcOrd="0" destOrd="3" presId="urn:diagrams.loki3.com/BracketList"/>
    <dgm:cxn modelId="{28033B3B-26D3-4BE2-B0C6-C413C359998A}" srcId="{EE0FF3BC-2F29-4BDE-B16F-79B35F6ED4AD}" destId="{1464F15A-8BB1-4B17-9D68-EED7E7F7F2FA}" srcOrd="0" destOrd="0" parTransId="{72E9E709-45E6-422E-9DE5-F71FE6E805F8}" sibTransId="{BBC18198-4281-4F3A-8C80-0B86DD00EF9F}"/>
    <dgm:cxn modelId="{8CACE8A6-359C-4E5E-9823-B0805B92E8D5}" type="presOf" srcId="{1F36FE6C-83A4-4094-A47A-FA8C819CACE4}" destId="{5BEBE41F-6A18-4A1D-9580-397B20986B89}" srcOrd="0" destOrd="4" presId="urn:diagrams.loki3.com/BracketList"/>
    <dgm:cxn modelId="{FB98A1B3-141E-41A6-82DE-46BA600761F8}" type="presOf" srcId="{016E4CB3-EF01-45F0-ADA4-04B0DAB8E377}" destId="{E6B38F51-7FC0-429C-B1C1-B47C35DFFCCD}" srcOrd="0" destOrd="2" presId="urn:diagrams.loki3.com/BracketList"/>
    <dgm:cxn modelId="{BB0CFC2C-259C-4CEC-BE3C-43618D463373}" srcId="{EE0FF3BC-2F29-4BDE-B16F-79B35F6ED4AD}" destId="{59BB4843-3D88-4D88-ABD4-A66A3FE27345}" srcOrd="1" destOrd="0" parTransId="{5D425EBF-E97C-4105-8976-4F24C57436C2}" sibTransId="{BA1985B3-4B6D-4A64-A72A-02537EC26A3F}"/>
    <dgm:cxn modelId="{D9A26FE5-8CCA-46A8-879F-234A0E95C5A0}" srcId="{EE0FF3BC-2F29-4BDE-B16F-79B35F6ED4AD}" destId="{1F36FE6C-83A4-4094-A47A-FA8C819CACE4}" srcOrd="4" destOrd="0" parTransId="{D9492D1C-E6B5-42FB-B842-EB6A1EBF63E2}" sibTransId="{DA2AC988-EB1C-4B38-8C60-C1709A7843D6}"/>
    <dgm:cxn modelId="{2FD46E75-55EA-4119-B241-559DE7F2D35F}" srcId="{DC9C2459-BEC8-4DD8-825C-772E7CE46726}" destId="{016E4CB3-EF01-45F0-ADA4-04B0DAB8E377}" srcOrd="2" destOrd="0" parTransId="{949B44AE-6C4B-42CE-A69F-1040206F6674}" sibTransId="{95AFFC73-72D2-4793-A171-A9C5F0EF8563}"/>
    <dgm:cxn modelId="{DA9A474B-DC35-44F9-9982-16012F334DBD}" type="presOf" srcId="{5C4D8FD2-487C-454A-8963-C1D3D63A13DE}" destId="{94B2EB4B-2F46-4BC6-A6AA-000ABDF2A710}" srcOrd="0" destOrd="0" presId="urn:diagrams.loki3.com/BracketList"/>
    <dgm:cxn modelId="{16717005-DE51-4567-9DC6-F0BBBBCD1002}" type="presOf" srcId="{BCAD1E9A-A113-4289-94EE-920F738DD173}" destId="{43166E84-0170-4E32-B168-D255D83C3DD9}" srcOrd="0" destOrd="1" presId="urn:diagrams.loki3.com/BracketList"/>
    <dgm:cxn modelId="{D835A594-69CF-4DAD-B7D7-98800C6756FE}" srcId="{EE0FF3BC-2F29-4BDE-B16F-79B35F6ED4AD}" destId="{98745B5A-53C6-4FAF-962A-31AA789AC405}" srcOrd="2" destOrd="0" parTransId="{397E3F0D-11ED-4C8F-A501-C4E3A7E43C50}" sibTransId="{D8051B2C-19FE-44BD-AFFA-26CD16CDBF57}"/>
    <dgm:cxn modelId="{482055D9-B9B3-4EC0-99EB-DBD65293F22B}" srcId="{5C4D8FD2-487C-454A-8963-C1D3D63A13DE}" destId="{DC9C2459-BEC8-4DD8-825C-772E7CE46726}" srcOrd="1" destOrd="0" parTransId="{4BC80B86-DBA7-4E7E-A891-8380AF37081F}" sibTransId="{05291400-874A-4BF2-8B18-380F7A7FBE3C}"/>
    <dgm:cxn modelId="{D2FCACA7-BE0D-4583-BD66-B2A58C6AB2E3}" type="presOf" srcId="{DC9C2459-BEC8-4DD8-825C-772E7CE46726}" destId="{A5C2B521-35CF-4798-9228-63FDFDB55E75}" srcOrd="0" destOrd="0" presId="urn:diagrams.loki3.com/BracketList"/>
    <dgm:cxn modelId="{7DB24E84-0C1F-4037-9F3B-702A19D24C4A}" type="presOf" srcId="{0164271D-EABC-48DC-B721-AC2C95C54050}" destId="{43166E84-0170-4E32-B168-D255D83C3DD9}" srcOrd="0" destOrd="3" presId="urn:diagrams.loki3.com/BracketList"/>
    <dgm:cxn modelId="{55A18046-FD3D-49DA-B694-424B638B0799}" type="presOf" srcId="{B4F1D1C8-70A3-4861-BA1D-EDF8476BF42D}" destId="{43166E84-0170-4E32-B168-D255D83C3DD9}" srcOrd="0" destOrd="0" presId="urn:diagrams.loki3.com/BracketList"/>
    <dgm:cxn modelId="{C5888EDB-5763-471A-8067-E0D5EB772AFE}" srcId="{DC9C2459-BEC8-4DD8-825C-772E7CE46726}" destId="{FEBDBD3A-68B3-4238-BFD1-A0D54F4C430B}" srcOrd="5" destOrd="0" parTransId="{F8EC1020-8F32-4AD9-96A7-5684C7A024FE}" sibTransId="{AC98DB23-A828-41C6-AE86-6F0BD2E48898}"/>
    <dgm:cxn modelId="{1CC0E976-2CCF-4B90-B8E8-B37D9BEEAEAD}" srcId="{C8E1BDB7-0917-4248-8E9E-FEBE13F1C9D1}" destId="{167CBABF-1663-4791-8CCB-24BC395BE20D}" srcOrd="4" destOrd="0" parTransId="{EDE00508-92B2-4EF2-8F74-ECFAB2AB512A}" sibTransId="{BE8CA0BD-C178-43CD-BD21-00E832A5B67A}"/>
    <dgm:cxn modelId="{0B5B3890-FD5F-498D-9098-608CC5C9BC9D}" type="presOf" srcId="{E0B9FE3B-DD97-42C4-A6BD-112869F5EF2F}" destId="{E6B38F51-7FC0-429C-B1C1-B47C35DFFCCD}" srcOrd="0" destOrd="3" presId="urn:diagrams.loki3.com/BracketList"/>
    <dgm:cxn modelId="{87DF69B2-BDE0-409F-BB31-E023E644EA8A}" type="presOf" srcId="{98745B5A-53C6-4FAF-962A-31AA789AC405}" destId="{5BEBE41F-6A18-4A1D-9580-397B20986B89}" srcOrd="0" destOrd="2" presId="urn:diagrams.loki3.com/BracketList"/>
    <dgm:cxn modelId="{1AE203E5-F60A-4517-9C63-835D32053FCA}" type="presOf" srcId="{C8E1BDB7-0917-4248-8E9E-FEBE13F1C9D1}" destId="{D19A61BA-78BF-4674-AC53-D4EA4E6A7CBC}" srcOrd="0" destOrd="0" presId="urn:diagrams.loki3.com/BracketList"/>
    <dgm:cxn modelId="{4C0B54AB-E11F-4FEF-99B5-BDFAD4B55362}" type="presOf" srcId="{167CBABF-1663-4791-8CCB-24BC395BE20D}" destId="{43166E84-0170-4E32-B168-D255D83C3DD9}" srcOrd="0" destOrd="4" presId="urn:diagrams.loki3.com/BracketList"/>
    <dgm:cxn modelId="{08215BC6-DEC2-4CC2-9213-8E93931765EA}" srcId="{C8E1BDB7-0917-4248-8E9E-FEBE13F1C9D1}" destId="{0164271D-EABC-48DC-B721-AC2C95C54050}" srcOrd="3" destOrd="0" parTransId="{64440643-0075-4B26-8A97-A5EA1A7C5801}" sibTransId="{71827538-6999-4C68-B828-A2ACFBBFD56D}"/>
    <dgm:cxn modelId="{38220CAA-03A7-4A70-9101-3E53109B108F}" srcId="{EE0FF3BC-2F29-4BDE-B16F-79B35F6ED4AD}" destId="{1235E629-1998-4365-BB2A-B9A38A2ED1B0}" srcOrd="3" destOrd="0" parTransId="{3A025FED-3521-4E49-9038-7B8C3DF07EFF}" sibTransId="{1725959B-6BBA-4C4F-88DD-AF99662DE3AB}"/>
    <dgm:cxn modelId="{917F8C14-6C61-4AD2-9F26-227BCC64BEA2}" srcId="{C8E1BDB7-0917-4248-8E9E-FEBE13F1C9D1}" destId="{94F17836-1D9F-4075-9296-DEC0D7FA3AF6}" srcOrd="5" destOrd="0" parTransId="{5F2B7AA7-282C-472B-B92B-1EC80205D2AF}" sibTransId="{4C8419D9-1128-47E4-ADC0-6D399C3B801C}"/>
    <dgm:cxn modelId="{86C120CD-EC92-4565-A8EB-A465FC98E5EC}" srcId="{DC9C2459-BEC8-4DD8-825C-772E7CE46726}" destId="{FC5A7F20-532B-4B88-B257-BDC2ADF85F39}" srcOrd="4" destOrd="0" parTransId="{14B0DDA0-471F-4388-AF1E-346F40DF3942}" sibTransId="{EA5DC5CC-4A9D-413C-B60B-9E8FF9B5558A}"/>
    <dgm:cxn modelId="{B794EA65-1E04-4AEA-BC3E-2E20742969AC}" type="presOf" srcId="{59BB4843-3D88-4D88-ABD4-A66A3FE27345}" destId="{5BEBE41F-6A18-4A1D-9580-397B20986B89}" srcOrd="0" destOrd="1" presId="urn:diagrams.loki3.com/BracketList"/>
    <dgm:cxn modelId="{7C1988E2-B944-4A2D-AF51-8E86AF382CDE}" srcId="{C8E1BDB7-0917-4248-8E9E-FEBE13F1C9D1}" destId="{BCAD1E9A-A113-4289-94EE-920F738DD173}" srcOrd="1" destOrd="0" parTransId="{E315BE4A-7099-4079-8E9A-760BC9DA1892}" sibTransId="{4B4FB6EA-D5F4-4A33-8E37-4D1211F392A2}"/>
    <dgm:cxn modelId="{9E6002FF-8898-4717-960C-797EBE8216B8}" type="presOf" srcId="{EE0FF3BC-2F29-4BDE-B16F-79B35F6ED4AD}" destId="{DB2E6568-EC34-4C39-9B78-661EA4EF7A8D}" srcOrd="0" destOrd="0" presId="urn:diagrams.loki3.com/BracketList"/>
    <dgm:cxn modelId="{034B26A4-01F6-446C-BDB9-6EF9EEFF7E37}" type="presOf" srcId="{FEBDBD3A-68B3-4238-BFD1-A0D54F4C430B}" destId="{E6B38F51-7FC0-429C-B1C1-B47C35DFFCCD}" srcOrd="0" destOrd="5" presId="urn:diagrams.loki3.com/BracketList"/>
    <dgm:cxn modelId="{CE5F23AF-7AE0-4315-8E91-E95CC4C8E489}" type="presOf" srcId="{8753E3C3-CE2B-4BED-9673-F6FD4F3FE033}" destId="{43166E84-0170-4E32-B168-D255D83C3DD9}" srcOrd="0" destOrd="2" presId="urn:diagrams.loki3.com/BracketList"/>
    <dgm:cxn modelId="{86E40A81-E9B9-485A-8650-17FA35893D49}" srcId="{DC9C2459-BEC8-4DD8-825C-772E7CE46726}" destId="{E0B9FE3B-DD97-42C4-A6BD-112869F5EF2F}" srcOrd="3" destOrd="0" parTransId="{D5E60E05-5B9C-4258-BC66-126E22E8126F}" sibTransId="{5312DADB-4ABB-40F9-894A-44A8D11B9765}"/>
    <dgm:cxn modelId="{53A1B651-AEE0-49A0-A799-6145075947C5}" type="presOf" srcId="{1464F15A-8BB1-4B17-9D68-EED7E7F7F2FA}" destId="{5BEBE41F-6A18-4A1D-9580-397B20986B89}" srcOrd="0" destOrd="0" presId="urn:diagrams.loki3.com/BracketList"/>
    <dgm:cxn modelId="{D22CDEC9-2634-4D73-B901-BD18420119DB}" type="presParOf" srcId="{94B2EB4B-2F46-4BC6-A6AA-000ABDF2A710}" destId="{B822A3A7-5983-4988-B603-761DBC6F3350}" srcOrd="0" destOrd="0" presId="urn:diagrams.loki3.com/BracketList"/>
    <dgm:cxn modelId="{6403C929-85D4-4548-A8F2-9CDB416ED7F1}" type="presParOf" srcId="{B822A3A7-5983-4988-B603-761DBC6F3350}" destId="{D19A61BA-78BF-4674-AC53-D4EA4E6A7CBC}" srcOrd="0" destOrd="0" presId="urn:diagrams.loki3.com/BracketList"/>
    <dgm:cxn modelId="{5EF29574-18C1-4152-8124-8D73F6B5E25B}" type="presParOf" srcId="{B822A3A7-5983-4988-B603-761DBC6F3350}" destId="{2FF3E4BD-6F6D-4E2E-8C4C-91BF07BDEC6A}" srcOrd="1" destOrd="0" presId="urn:diagrams.loki3.com/BracketList"/>
    <dgm:cxn modelId="{FEE19041-B27D-494E-A03E-BAEEB281065C}" type="presParOf" srcId="{B822A3A7-5983-4988-B603-761DBC6F3350}" destId="{288F0144-5ED2-4CBA-AB7E-EC7CF75C5B77}" srcOrd="2" destOrd="0" presId="urn:diagrams.loki3.com/BracketList"/>
    <dgm:cxn modelId="{4BE7034A-EE64-4AAD-949A-03FE112548EA}" type="presParOf" srcId="{B822A3A7-5983-4988-B603-761DBC6F3350}" destId="{43166E84-0170-4E32-B168-D255D83C3DD9}" srcOrd="3" destOrd="0" presId="urn:diagrams.loki3.com/BracketList"/>
    <dgm:cxn modelId="{DDAA8D89-FD96-4CCA-B9AC-E7D950BF3AFB}" type="presParOf" srcId="{94B2EB4B-2F46-4BC6-A6AA-000ABDF2A710}" destId="{BF8215E6-7A9E-44AA-8C4F-D7512A45B179}" srcOrd="1" destOrd="0" presId="urn:diagrams.loki3.com/BracketList"/>
    <dgm:cxn modelId="{F92F8991-FB15-40A9-8E46-78F3903528B9}" type="presParOf" srcId="{94B2EB4B-2F46-4BC6-A6AA-000ABDF2A710}" destId="{C12CF01F-DABA-43D7-A05C-6541E026CC4D}" srcOrd="2" destOrd="0" presId="urn:diagrams.loki3.com/BracketList"/>
    <dgm:cxn modelId="{D57FBA05-C44D-48B4-A6D9-5329406461EB}" type="presParOf" srcId="{C12CF01F-DABA-43D7-A05C-6541E026CC4D}" destId="{A5C2B521-35CF-4798-9228-63FDFDB55E75}" srcOrd="0" destOrd="0" presId="urn:diagrams.loki3.com/BracketList"/>
    <dgm:cxn modelId="{970CD218-213F-4824-B9C9-3B95AB19FC69}" type="presParOf" srcId="{C12CF01F-DABA-43D7-A05C-6541E026CC4D}" destId="{30F42290-4E58-4E40-AD8F-DE9327C223E1}" srcOrd="1" destOrd="0" presId="urn:diagrams.loki3.com/BracketList"/>
    <dgm:cxn modelId="{599D2CA0-CB04-4981-9F82-A4295942BA6A}" type="presParOf" srcId="{C12CF01F-DABA-43D7-A05C-6541E026CC4D}" destId="{D482E49B-C4AA-40E9-9575-4B32C0146E2B}" srcOrd="2" destOrd="0" presId="urn:diagrams.loki3.com/BracketList"/>
    <dgm:cxn modelId="{A4B1B495-67D0-4B97-B687-DA0869066BDB}" type="presParOf" srcId="{C12CF01F-DABA-43D7-A05C-6541E026CC4D}" destId="{E6B38F51-7FC0-429C-B1C1-B47C35DFFCCD}" srcOrd="3" destOrd="0" presId="urn:diagrams.loki3.com/BracketList"/>
    <dgm:cxn modelId="{CE13013E-128F-430F-950F-F346F7398730}" type="presParOf" srcId="{94B2EB4B-2F46-4BC6-A6AA-000ABDF2A710}" destId="{42F351E8-7F96-4599-B080-695E4AB1BAF9}" srcOrd="3" destOrd="0" presId="urn:diagrams.loki3.com/BracketList"/>
    <dgm:cxn modelId="{4968C757-5AD0-45BA-8DEC-752C444F815D}" type="presParOf" srcId="{94B2EB4B-2F46-4BC6-A6AA-000ABDF2A710}" destId="{528E8232-894F-485B-AC74-56FC95B03A2F}" srcOrd="4" destOrd="0" presId="urn:diagrams.loki3.com/BracketList"/>
    <dgm:cxn modelId="{B30868B1-B4CD-4AB8-8427-18B2692A7C4C}" type="presParOf" srcId="{528E8232-894F-485B-AC74-56FC95B03A2F}" destId="{DB2E6568-EC34-4C39-9B78-661EA4EF7A8D}" srcOrd="0" destOrd="0" presId="urn:diagrams.loki3.com/BracketList"/>
    <dgm:cxn modelId="{53F5D4F0-1493-45D9-8BC5-247ACBDFF426}" type="presParOf" srcId="{528E8232-894F-485B-AC74-56FC95B03A2F}" destId="{5132329F-E1D1-4351-AFD4-D5D155A62122}" srcOrd="1" destOrd="0" presId="urn:diagrams.loki3.com/BracketList"/>
    <dgm:cxn modelId="{4040E591-DC94-400C-8194-25F45C25786D}" type="presParOf" srcId="{528E8232-894F-485B-AC74-56FC95B03A2F}" destId="{DE84CC41-7792-4F56-9231-69BBE78B4A09}" srcOrd="2" destOrd="0" presId="urn:diagrams.loki3.com/BracketList"/>
    <dgm:cxn modelId="{870267B6-54AD-49FE-AA87-11EAA922492B}" type="presParOf" srcId="{528E8232-894F-485B-AC74-56FC95B03A2F}" destId="{5BEBE41F-6A18-4A1D-9580-397B20986B8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5BF62-8079-4433-AF23-F12F5AE06DB0}">
      <dsp:nvSpPr>
        <dsp:cNvPr id="0" name=""/>
        <dsp:cNvSpPr/>
      </dsp:nvSpPr>
      <dsp:spPr>
        <a:xfrm>
          <a:off x="743796" y="413364"/>
          <a:ext cx="963041" cy="79430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62865" rIns="62865" bIns="62865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3300" kern="1200" dirty="0"/>
        </a:p>
      </dsp:txBody>
      <dsp:txXfrm>
        <a:off x="762075" y="431643"/>
        <a:ext cx="926483" cy="587540"/>
      </dsp:txXfrm>
    </dsp:sp>
    <dsp:sp modelId="{E6290048-8DEA-4429-AAF6-238A47145DD3}">
      <dsp:nvSpPr>
        <dsp:cNvPr id="0" name=""/>
        <dsp:cNvSpPr/>
      </dsp:nvSpPr>
      <dsp:spPr>
        <a:xfrm>
          <a:off x="1252967" y="480539"/>
          <a:ext cx="1239789" cy="1239789"/>
        </a:xfrm>
        <a:prstGeom prst="leftCircularArrow">
          <a:avLst>
            <a:gd name="adj1" fmla="val 4421"/>
            <a:gd name="adj2" fmla="val 560851"/>
            <a:gd name="adj3" fmla="val 2331768"/>
            <a:gd name="adj4" fmla="val 9019895"/>
            <a:gd name="adj5" fmla="val 5157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696F2-7F4A-4993-A710-29D1013123DD}">
      <dsp:nvSpPr>
        <dsp:cNvPr id="0" name=""/>
        <dsp:cNvSpPr/>
      </dsp:nvSpPr>
      <dsp:spPr>
        <a:xfrm>
          <a:off x="957805" y="1037463"/>
          <a:ext cx="856036" cy="34041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Data</a:t>
          </a:r>
          <a:endParaRPr lang="en-US" sz="1200" kern="1200" dirty="0"/>
        </a:p>
      </dsp:txBody>
      <dsp:txXfrm>
        <a:off x="967775" y="1047433"/>
        <a:ext cx="836096" cy="320477"/>
      </dsp:txXfrm>
    </dsp:sp>
    <dsp:sp modelId="{77EEECD4-00B4-4E10-92C9-8AF33F013B17}">
      <dsp:nvSpPr>
        <dsp:cNvPr id="0" name=""/>
        <dsp:cNvSpPr/>
      </dsp:nvSpPr>
      <dsp:spPr>
        <a:xfrm>
          <a:off x="2087779" y="412061"/>
          <a:ext cx="963041" cy="79430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FB922-DDE6-40CC-87E9-7C627E001A65}">
      <dsp:nvSpPr>
        <dsp:cNvPr id="0" name=""/>
        <dsp:cNvSpPr/>
      </dsp:nvSpPr>
      <dsp:spPr>
        <a:xfrm>
          <a:off x="2577315" y="-127318"/>
          <a:ext cx="1347948" cy="1347948"/>
        </a:xfrm>
        <a:prstGeom prst="circularArrow">
          <a:avLst>
            <a:gd name="adj1" fmla="val 4066"/>
            <a:gd name="adj2" fmla="val 511406"/>
            <a:gd name="adj3" fmla="val 19313084"/>
            <a:gd name="adj4" fmla="val 12575511"/>
            <a:gd name="adj5" fmla="val 4744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58584-BA48-4A1A-8E79-DD24C49695CA}">
      <dsp:nvSpPr>
        <dsp:cNvPr id="0" name=""/>
        <dsp:cNvSpPr/>
      </dsp:nvSpPr>
      <dsp:spPr>
        <a:xfrm>
          <a:off x="2288836" y="243155"/>
          <a:ext cx="856036" cy="34041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Processing</a:t>
          </a:r>
          <a:endParaRPr lang="en-US" sz="1200" kern="1200" dirty="0"/>
        </a:p>
      </dsp:txBody>
      <dsp:txXfrm>
        <a:off x="2298806" y="253125"/>
        <a:ext cx="836096" cy="320477"/>
      </dsp:txXfrm>
    </dsp:sp>
    <dsp:sp modelId="{302E0186-78B9-49F5-85A7-48CC2A046AF5}">
      <dsp:nvSpPr>
        <dsp:cNvPr id="0" name=""/>
        <dsp:cNvSpPr/>
      </dsp:nvSpPr>
      <dsp:spPr>
        <a:xfrm>
          <a:off x="3405857" y="413364"/>
          <a:ext cx="963041" cy="794307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32480-FE65-4166-983B-3EADE9C49583}">
      <dsp:nvSpPr>
        <dsp:cNvPr id="0" name=""/>
        <dsp:cNvSpPr/>
      </dsp:nvSpPr>
      <dsp:spPr>
        <a:xfrm>
          <a:off x="3619867" y="1037463"/>
          <a:ext cx="856036" cy="34041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Information</a:t>
          </a:r>
          <a:endParaRPr lang="en-US" sz="1200" kern="1200" dirty="0"/>
        </a:p>
      </dsp:txBody>
      <dsp:txXfrm>
        <a:off x="3629837" y="1047433"/>
        <a:ext cx="836096" cy="320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5A00A-54D8-44CD-9325-D8CA290F4BE3}">
      <dsp:nvSpPr>
        <dsp:cNvPr id="0" name=""/>
        <dsp:cNvSpPr/>
      </dsp:nvSpPr>
      <dsp:spPr>
        <a:xfrm rot="5400000">
          <a:off x="-115988" y="116442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271092"/>
        <a:ext cx="541278" cy="231977"/>
      </dsp:txXfrm>
    </dsp:sp>
    <dsp:sp modelId="{720EB31D-3EC1-4B7D-A807-23584658AF8A}">
      <dsp:nvSpPr>
        <dsp:cNvPr id="0" name=""/>
        <dsp:cNvSpPr/>
      </dsp:nvSpPr>
      <dsp:spPr>
        <a:xfrm rot="5400000">
          <a:off x="2619656" y="-2077924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24990"/>
        <a:ext cx="4634835" cy="453543"/>
      </dsp:txXfrm>
    </dsp:sp>
    <dsp:sp modelId="{EF1005E0-AF89-4C41-98F9-AD0E5FCB9A79}">
      <dsp:nvSpPr>
        <dsp:cNvPr id="0" name=""/>
        <dsp:cNvSpPr/>
      </dsp:nvSpPr>
      <dsp:spPr>
        <a:xfrm rot="5400000">
          <a:off x="-115988" y="789649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944299"/>
        <a:ext cx="541278" cy="231977"/>
      </dsp:txXfrm>
    </dsp:sp>
    <dsp:sp modelId="{6C29BA09-AA15-4492-9D05-961AFE6986D1}">
      <dsp:nvSpPr>
        <dsp:cNvPr id="0" name=""/>
        <dsp:cNvSpPr/>
      </dsp:nvSpPr>
      <dsp:spPr>
        <a:xfrm rot="5400000">
          <a:off x="2619656" y="-1404716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698198"/>
        <a:ext cx="4634835" cy="453543"/>
      </dsp:txXfrm>
    </dsp:sp>
    <dsp:sp modelId="{279971C2-CBCD-4510-A12A-4EFAACC5E0AC}">
      <dsp:nvSpPr>
        <dsp:cNvPr id="0" name=""/>
        <dsp:cNvSpPr/>
      </dsp:nvSpPr>
      <dsp:spPr>
        <a:xfrm rot="5400000">
          <a:off x="-115988" y="1462856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1617506"/>
        <a:ext cx="541278" cy="231977"/>
      </dsp:txXfrm>
    </dsp:sp>
    <dsp:sp modelId="{E0CC953D-94FA-4EA4-8389-0715E57B2AE5}">
      <dsp:nvSpPr>
        <dsp:cNvPr id="0" name=""/>
        <dsp:cNvSpPr/>
      </dsp:nvSpPr>
      <dsp:spPr>
        <a:xfrm rot="5400000">
          <a:off x="2619656" y="-731509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System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1371405"/>
        <a:ext cx="4634835" cy="453543"/>
      </dsp:txXfrm>
    </dsp:sp>
    <dsp:sp modelId="{7EEDE570-EB50-4F86-A936-67A7568390CE}">
      <dsp:nvSpPr>
        <dsp:cNvPr id="0" name=""/>
        <dsp:cNvSpPr/>
      </dsp:nvSpPr>
      <dsp:spPr>
        <a:xfrm rot="5400000">
          <a:off x="-115988" y="2136064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2290714"/>
        <a:ext cx="541278" cy="231977"/>
      </dsp:txXfrm>
    </dsp:sp>
    <dsp:sp modelId="{72A73516-4228-4522-8608-27843DF8C9A3}">
      <dsp:nvSpPr>
        <dsp:cNvPr id="0" name=""/>
        <dsp:cNvSpPr/>
      </dsp:nvSpPr>
      <dsp:spPr>
        <a:xfrm rot="5400000">
          <a:off x="2619656" y="-58301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 System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2044613"/>
        <a:ext cx="4634835" cy="453543"/>
      </dsp:txXfrm>
    </dsp:sp>
    <dsp:sp modelId="{01FD7163-B3DD-4497-AFB7-AD3A576954AA}">
      <dsp:nvSpPr>
        <dsp:cNvPr id="0" name=""/>
        <dsp:cNvSpPr/>
      </dsp:nvSpPr>
      <dsp:spPr>
        <a:xfrm rot="5400000">
          <a:off x="-115988" y="2809271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2963921"/>
        <a:ext cx="541278" cy="231977"/>
      </dsp:txXfrm>
    </dsp:sp>
    <dsp:sp modelId="{4A637E8E-076B-4319-9FBE-503B9CD8FB23}">
      <dsp:nvSpPr>
        <dsp:cNvPr id="0" name=""/>
        <dsp:cNvSpPr/>
      </dsp:nvSpPr>
      <dsp:spPr>
        <a:xfrm rot="5400000">
          <a:off x="2619656" y="614905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2717819"/>
        <a:ext cx="4634835" cy="453543"/>
      </dsp:txXfrm>
    </dsp:sp>
    <dsp:sp modelId="{AE282BFD-BEC0-49FD-BD6F-71C9C9B8DD53}">
      <dsp:nvSpPr>
        <dsp:cNvPr id="0" name=""/>
        <dsp:cNvSpPr/>
      </dsp:nvSpPr>
      <dsp:spPr>
        <a:xfrm rot="5400000">
          <a:off x="-115988" y="3482479"/>
          <a:ext cx="773255" cy="54127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" y="3637129"/>
        <a:ext cx="541278" cy="231977"/>
      </dsp:txXfrm>
    </dsp:sp>
    <dsp:sp modelId="{860373BE-4FFC-483B-86E4-EFEB84ED9743}">
      <dsp:nvSpPr>
        <dsp:cNvPr id="0" name=""/>
        <dsp:cNvSpPr/>
      </dsp:nvSpPr>
      <dsp:spPr>
        <a:xfrm rot="5400000">
          <a:off x="2619656" y="1288113"/>
          <a:ext cx="502615" cy="465937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Process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541278" y="3391027"/>
        <a:ext cx="4634835" cy="4535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313B3-5453-4BDE-A10A-241275BBA62E}">
      <dsp:nvSpPr>
        <dsp:cNvPr id="0" name=""/>
        <dsp:cNvSpPr/>
      </dsp:nvSpPr>
      <dsp:spPr>
        <a:xfrm>
          <a:off x="1454156" y="2667000"/>
          <a:ext cx="482391" cy="2297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195" y="0"/>
              </a:lnTo>
              <a:lnTo>
                <a:pt x="241195" y="2297976"/>
              </a:lnTo>
              <a:lnTo>
                <a:pt x="482391" y="2297976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36650" y="3757286"/>
        <a:ext cx="117403" cy="117403"/>
      </dsp:txXfrm>
    </dsp:sp>
    <dsp:sp modelId="{0C2DF84A-B78B-4BE0-913D-21F2420AB4A4}">
      <dsp:nvSpPr>
        <dsp:cNvPr id="0" name=""/>
        <dsp:cNvSpPr/>
      </dsp:nvSpPr>
      <dsp:spPr>
        <a:xfrm>
          <a:off x="1454156" y="2667000"/>
          <a:ext cx="482391" cy="1378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195" y="0"/>
              </a:lnTo>
              <a:lnTo>
                <a:pt x="241195" y="1378785"/>
              </a:lnTo>
              <a:lnTo>
                <a:pt x="482391" y="137878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58834" y="3319874"/>
        <a:ext cx="73036" cy="73036"/>
      </dsp:txXfrm>
    </dsp:sp>
    <dsp:sp modelId="{8E6930AC-4594-49FB-A2C4-990D4A1A64D3}">
      <dsp:nvSpPr>
        <dsp:cNvPr id="0" name=""/>
        <dsp:cNvSpPr/>
      </dsp:nvSpPr>
      <dsp:spPr>
        <a:xfrm>
          <a:off x="1454156" y="2667000"/>
          <a:ext cx="482391" cy="459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195" y="0"/>
              </a:lnTo>
              <a:lnTo>
                <a:pt x="241195" y="459595"/>
              </a:lnTo>
              <a:lnTo>
                <a:pt x="482391" y="45959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78695" y="2880140"/>
        <a:ext cx="33313" cy="33313"/>
      </dsp:txXfrm>
    </dsp:sp>
    <dsp:sp modelId="{5864E19A-0EC2-416B-80A2-E050277C6768}">
      <dsp:nvSpPr>
        <dsp:cNvPr id="0" name=""/>
        <dsp:cNvSpPr/>
      </dsp:nvSpPr>
      <dsp:spPr>
        <a:xfrm>
          <a:off x="1454156" y="2207404"/>
          <a:ext cx="482391" cy="459595"/>
        </a:xfrm>
        <a:custGeom>
          <a:avLst/>
          <a:gdLst/>
          <a:ahLst/>
          <a:cxnLst/>
          <a:rect l="0" t="0" r="0" b="0"/>
          <a:pathLst>
            <a:path>
              <a:moveTo>
                <a:pt x="0" y="459595"/>
              </a:moveTo>
              <a:lnTo>
                <a:pt x="241195" y="459595"/>
              </a:lnTo>
              <a:lnTo>
                <a:pt x="241195" y="0"/>
              </a:lnTo>
              <a:lnTo>
                <a:pt x="482391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78695" y="2420545"/>
        <a:ext cx="33313" cy="33313"/>
      </dsp:txXfrm>
    </dsp:sp>
    <dsp:sp modelId="{178C42C8-6538-49BC-BE73-7DCD636E62B5}">
      <dsp:nvSpPr>
        <dsp:cNvPr id="0" name=""/>
        <dsp:cNvSpPr/>
      </dsp:nvSpPr>
      <dsp:spPr>
        <a:xfrm>
          <a:off x="1454156" y="1288214"/>
          <a:ext cx="482391" cy="1378785"/>
        </a:xfrm>
        <a:custGeom>
          <a:avLst/>
          <a:gdLst/>
          <a:ahLst/>
          <a:cxnLst/>
          <a:rect l="0" t="0" r="0" b="0"/>
          <a:pathLst>
            <a:path>
              <a:moveTo>
                <a:pt x="0" y="1378785"/>
              </a:moveTo>
              <a:lnTo>
                <a:pt x="241195" y="1378785"/>
              </a:lnTo>
              <a:lnTo>
                <a:pt x="241195" y="0"/>
              </a:lnTo>
              <a:lnTo>
                <a:pt x="482391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58834" y="1941088"/>
        <a:ext cx="73036" cy="73036"/>
      </dsp:txXfrm>
    </dsp:sp>
    <dsp:sp modelId="{B2127A01-C04A-49A6-92C5-40FF7FB7190F}">
      <dsp:nvSpPr>
        <dsp:cNvPr id="0" name=""/>
        <dsp:cNvSpPr/>
      </dsp:nvSpPr>
      <dsp:spPr>
        <a:xfrm>
          <a:off x="1454156" y="369023"/>
          <a:ext cx="482391" cy="2297976"/>
        </a:xfrm>
        <a:custGeom>
          <a:avLst/>
          <a:gdLst/>
          <a:ahLst/>
          <a:cxnLst/>
          <a:rect l="0" t="0" r="0" b="0"/>
          <a:pathLst>
            <a:path>
              <a:moveTo>
                <a:pt x="0" y="2297976"/>
              </a:moveTo>
              <a:lnTo>
                <a:pt x="241195" y="2297976"/>
              </a:lnTo>
              <a:lnTo>
                <a:pt x="241195" y="0"/>
              </a:lnTo>
              <a:lnTo>
                <a:pt x="482391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636650" y="1459310"/>
        <a:ext cx="117403" cy="117403"/>
      </dsp:txXfrm>
    </dsp:sp>
    <dsp:sp modelId="{102EC7B9-70DF-4FFE-BCB5-BB4F316EA39C}">
      <dsp:nvSpPr>
        <dsp:cNvPr id="0" name=""/>
        <dsp:cNvSpPr/>
      </dsp:nvSpPr>
      <dsp:spPr>
        <a:xfrm rot="16200000">
          <a:off x="-1428114" y="2299323"/>
          <a:ext cx="5029190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objectives</a:t>
          </a:r>
          <a:endParaRPr lang="en-US" sz="2400" kern="1200" dirty="0">
            <a:effectLst/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-1428114" y="2299323"/>
        <a:ext cx="5029190" cy="735352"/>
      </dsp:txXfrm>
    </dsp:sp>
    <dsp:sp modelId="{5FAF40FA-CC86-40C2-9A9E-ABFE965FC43E}">
      <dsp:nvSpPr>
        <dsp:cNvPr id="0" name=""/>
        <dsp:cNvSpPr/>
      </dsp:nvSpPr>
      <dsp:spPr>
        <a:xfrm>
          <a:off x="1936548" y="1347"/>
          <a:ext cx="4490506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1. Operational excellence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1347"/>
        <a:ext cx="4490506" cy="735352"/>
      </dsp:txXfrm>
    </dsp:sp>
    <dsp:sp modelId="{09A3DA7B-491A-4C9B-95D4-31D1D727F41C}">
      <dsp:nvSpPr>
        <dsp:cNvPr id="0" name=""/>
        <dsp:cNvSpPr/>
      </dsp:nvSpPr>
      <dsp:spPr>
        <a:xfrm>
          <a:off x="1936548" y="920538"/>
          <a:ext cx="4535368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2. New products, services, 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    and business models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920538"/>
        <a:ext cx="4535368" cy="735352"/>
      </dsp:txXfrm>
    </dsp:sp>
    <dsp:sp modelId="{CB0A03BB-2077-495C-A697-79D97ADD96C0}">
      <dsp:nvSpPr>
        <dsp:cNvPr id="0" name=""/>
        <dsp:cNvSpPr/>
      </dsp:nvSpPr>
      <dsp:spPr>
        <a:xfrm>
          <a:off x="1936548" y="1839728"/>
          <a:ext cx="4535368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3. Customer and supplier intimacy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1839728"/>
        <a:ext cx="4535368" cy="735352"/>
      </dsp:txXfrm>
    </dsp:sp>
    <dsp:sp modelId="{86307689-9D96-4BD0-9C5F-FC7419D53851}">
      <dsp:nvSpPr>
        <dsp:cNvPr id="0" name=""/>
        <dsp:cNvSpPr/>
      </dsp:nvSpPr>
      <dsp:spPr>
        <a:xfrm>
          <a:off x="1936548" y="2758919"/>
          <a:ext cx="4535368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4. Improved decision making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2758919"/>
        <a:ext cx="4535368" cy="735352"/>
      </dsp:txXfrm>
    </dsp:sp>
    <dsp:sp modelId="{F6A97026-AD2E-4F0E-8D82-869D41F32FA1}">
      <dsp:nvSpPr>
        <dsp:cNvPr id="0" name=""/>
        <dsp:cNvSpPr/>
      </dsp:nvSpPr>
      <dsp:spPr>
        <a:xfrm>
          <a:off x="1936548" y="3678109"/>
          <a:ext cx="4545547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5. Competitive advantage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3678109"/>
        <a:ext cx="4545547" cy="735352"/>
      </dsp:txXfrm>
    </dsp:sp>
    <dsp:sp modelId="{10A57150-2137-4546-816C-5C7C46E26522}">
      <dsp:nvSpPr>
        <dsp:cNvPr id="0" name=""/>
        <dsp:cNvSpPr/>
      </dsp:nvSpPr>
      <dsp:spPr>
        <a:xfrm>
          <a:off x="1936548" y="4597299"/>
          <a:ext cx="4535368" cy="735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  6. Survival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936548" y="4597299"/>
        <a:ext cx="4535368" cy="735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E61D8-658F-4067-97CB-25FBF15D19E0}">
      <dsp:nvSpPr>
        <dsp:cNvPr id="0" name=""/>
        <dsp:cNvSpPr/>
      </dsp:nvSpPr>
      <dsp:spPr>
        <a:xfrm>
          <a:off x="1940220" y="543843"/>
          <a:ext cx="3688612" cy="3810059"/>
        </a:xfrm>
        <a:prstGeom prst="triangl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618A9B-C546-483F-B446-30C5ECD3DC72}">
      <dsp:nvSpPr>
        <dsp:cNvPr id="0" name=""/>
        <dsp:cNvSpPr/>
      </dsp:nvSpPr>
      <dsp:spPr>
        <a:xfrm>
          <a:off x="3626819" y="547571"/>
          <a:ext cx="2039560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Senior Management</a:t>
          </a:r>
          <a:endParaRPr lang="en-US" sz="1100" kern="1200" dirty="0"/>
        </a:p>
      </dsp:txBody>
      <dsp:txXfrm>
        <a:off x="3652522" y="573274"/>
        <a:ext cx="1988154" cy="475129"/>
      </dsp:txXfrm>
    </dsp:sp>
    <dsp:sp modelId="{1303D5DA-0249-4B31-B9DC-79ACF9FD615F}">
      <dsp:nvSpPr>
        <dsp:cNvPr id="0" name=""/>
        <dsp:cNvSpPr/>
      </dsp:nvSpPr>
      <dsp:spPr>
        <a:xfrm>
          <a:off x="3658786" y="1279329"/>
          <a:ext cx="1992803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Middle Management Scientists and Knowledge workers</a:t>
          </a:r>
          <a:endParaRPr lang="en-US" sz="1100" kern="1200" dirty="0"/>
        </a:p>
      </dsp:txBody>
      <dsp:txXfrm>
        <a:off x="3684489" y="1305032"/>
        <a:ext cx="1941397" cy="475129"/>
      </dsp:txXfrm>
    </dsp:sp>
    <dsp:sp modelId="{55EDA3E7-4F07-4402-A05B-CF41854A376F}">
      <dsp:nvSpPr>
        <dsp:cNvPr id="0" name=""/>
        <dsp:cNvSpPr/>
      </dsp:nvSpPr>
      <dsp:spPr>
        <a:xfrm>
          <a:off x="3636058" y="1934854"/>
          <a:ext cx="1992803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Operational Management</a:t>
          </a:r>
          <a:endParaRPr lang="en-US" sz="1100" kern="1200" dirty="0"/>
        </a:p>
      </dsp:txBody>
      <dsp:txXfrm>
        <a:off x="3661761" y="1960557"/>
        <a:ext cx="1941397" cy="475129"/>
      </dsp:txXfrm>
    </dsp:sp>
    <dsp:sp modelId="{B59359E9-9A80-4092-9B27-224BBBF56BD1}">
      <dsp:nvSpPr>
        <dsp:cNvPr id="0" name=""/>
        <dsp:cNvSpPr/>
      </dsp:nvSpPr>
      <dsp:spPr>
        <a:xfrm>
          <a:off x="3632645" y="2544761"/>
          <a:ext cx="1992803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Knowledge workers</a:t>
          </a:r>
          <a:endParaRPr lang="en-US" sz="1100" kern="1200" dirty="0"/>
        </a:p>
      </dsp:txBody>
      <dsp:txXfrm>
        <a:off x="3658348" y="2570464"/>
        <a:ext cx="1941397" cy="475129"/>
      </dsp:txXfrm>
    </dsp:sp>
    <dsp:sp modelId="{BD5CE667-C2E6-4AC7-AFB3-99FB7958F535}">
      <dsp:nvSpPr>
        <dsp:cNvPr id="0" name=""/>
        <dsp:cNvSpPr/>
      </dsp:nvSpPr>
      <dsp:spPr>
        <a:xfrm>
          <a:off x="3636058" y="3144927"/>
          <a:ext cx="1992803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workers</a:t>
          </a:r>
          <a:endParaRPr lang="en-US" sz="1100" kern="1200" dirty="0"/>
        </a:p>
      </dsp:txBody>
      <dsp:txXfrm>
        <a:off x="3661761" y="3170630"/>
        <a:ext cx="1941397" cy="475129"/>
      </dsp:txXfrm>
    </dsp:sp>
    <dsp:sp modelId="{6D8DC8F6-A6C7-400B-8B56-3BAED74BF276}">
      <dsp:nvSpPr>
        <dsp:cNvPr id="0" name=""/>
        <dsp:cNvSpPr/>
      </dsp:nvSpPr>
      <dsp:spPr>
        <a:xfrm>
          <a:off x="3636058" y="3835315"/>
          <a:ext cx="1992803" cy="526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Products or service workers</a:t>
          </a:r>
          <a:endParaRPr lang="en-US" sz="1100" kern="1200" dirty="0"/>
        </a:p>
      </dsp:txBody>
      <dsp:txXfrm>
        <a:off x="3661761" y="3861018"/>
        <a:ext cx="1941397" cy="4751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A5ADBA-A2DE-4B1A-A187-CE6515F9075F}">
      <dsp:nvSpPr>
        <dsp:cNvPr id="0" name=""/>
        <dsp:cNvSpPr/>
      </dsp:nvSpPr>
      <dsp:spPr>
        <a:xfrm>
          <a:off x="0" y="300790"/>
          <a:ext cx="6324600" cy="696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59" tIns="312420" rIns="49085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Selling the Organization’s product and services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00790"/>
        <a:ext cx="6324600" cy="696937"/>
      </dsp:txXfrm>
    </dsp:sp>
    <dsp:sp modelId="{1D6F8DCC-DD5A-47D9-A619-DCFCF67F40D2}">
      <dsp:nvSpPr>
        <dsp:cNvPr id="0" name=""/>
        <dsp:cNvSpPr/>
      </dsp:nvSpPr>
      <dsp:spPr>
        <a:xfrm>
          <a:off x="316230" y="11137"/>
          <a:ext cx="4427220" cy="51105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338" tIns="0" rIns="16733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Sale and Marketing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41178" y="36085"/>
        <a:ext cx="4377324" cy="461157"/>
      </dsp:txXfrm>
    </dsp:sp>
    <dsp:sp modelId="{C8D422B4-D460-46D3-B264-B17264B1FA9C}">
      <dsp:nvSpPr>
        <dsp:cNvPr id="0" name=""/>
        <dsp:cNvSpPr/>
      </dsp:nvSpPr>
      <dsp:spPr>
        <a:xfrm>
          <a:off x="0" y="1300128"/>
          <a:ext cx="6324600" cy="696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59" tIns="312420" rIns="49085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Producing delivering products and services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300128"/>
        <a:ext cx="6324600" cy="696937"/>
      </dsp:txXfrm>
    </dsp:sp>
    <dsp:sp modelId="{32944562-4F19-4224-8F0F-DF0667C01376}">
      <dsp:nvSpPr>
        <dsp:cNvPr id="0" name=""/>
        <dsp:cNvSpPr/>
      </dsp:nvSpPr>
      <dsp:spPr>
        <a:xfrm>
          <a:off x="316230" y="1078728"/>
          <a:ext cx="4427220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338" tIns="0" rIns="16733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Manufacturing and Production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37846" y="1100344"/>
        <a:ext cx="4383988" cy="399568"/>
      </dsp:txXfrm>
    </dsp:sp>
    <dsp:sp modelId="{E4109F08-477E-4DF1-9E1F-49E1E85363AA}">
      <dsp:nvSpPr>
        <dsp:cNvPr id="0" name=""/>
        <dsp:cNvSpPr/>
      </dsp:nvSpPr>
      <dsp:spPr>
        <a:xfrm>
          <a:off x="0" y="2299465"/>
          <a:ext cx="6324600" cy="94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59" tIns="312420" rIns="49085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Managing the Organization’s financial assets and maintaining the organization’s financial records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299465"/>
        <a:ext cx="6324600" cy="945000"/>
      </dsp:txXfrm>
    </dsp:sp>
    <dsp:sp modelId="{45B42C49-E8D2-4BBE-B6B1-B18B66E9F582}">
      <dsp:nvSpPr>
        <dsp:cNvPr id="0" name=""/>
        <dsp:cNvSpPr/>
      </dsp:nvSpPr>
      <dsp:spPr>
        <a:xfrm>
          <a:off x="316230" y="2078065"/>
          <a:ext cx="4427220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338" tIns="0" rIns="16733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Finance and Accounting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37846" y="2099681"/>
        <a:ext cx="4383988" cy="399568"/>
      </dsp:txXfrm>
    </dsp:sp>
    <dsp:sp modelId="{129C872F-FF35-4A51-BCA3-3BC9C828E0AB}">
      <dsp:nvSpPr>
        <dsp:cNvPr id="0" name=""/>
        <dsp:cNvSpPr/>
      </dsp:nvSpPr>
      <dsp:spPr>
        <a:xfrm>
          <a:off x="0" y="3546865"/>
          <a:ext cx="6324600" cy="94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59" tIns="312420" rIns="49085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Attracting, developing and maintaining the organization’s labor force and employee records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546865"/>
        <a:ext cx="6324600" cy="945000"/>
      </dsp:txXfrm>
    </dsp:sp>
    <dsp:sp modelId="{B1F6262A-7435-4E69-8622-9A71B051DC65}">
      <dsp:nvSpPr>
        <dsp:cNvPr id="0" name=""/>
        <dsp:cNvSpPr/>
      </dsp:nvSpPr>
      <dsp:spPr>
        <a:xfrm>
          <a:off x="316230" y="3325465"/>
          <a:ext cx="4427220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338" tIns="0" rIns="16733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Human resources</a:t>
          </a:r>
          <a:endParaRPr lang="en-US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37846" y="3347081"/>
        <a:ext cx="4383988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A61BA-78BF-4674-AC53-D4EA4E6A7CBC}">
      <dsp:nvSpPr>
        <dsp:cNvPr id="0" name=""/>
        <dsp:cNvSpPr/>
      </dsp:nvSpPr>
      <dsp:spPr>
        <a:xfrm>
          <a:off x="0" y="144029"/>
          <a:ext cx="160972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Organizational assets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44029"/>
        <a:ext cx="1609724" cy="970200"/>
      </dsp:txXfrm>
    </dsp:sp>
    <dsp:sp modelId="{2FF3E4BD-6F6D-4E2E-8C4C-91BF07BDEC6A}">
      <dsp:nvSpPr>
        <dsp:cNvPr id="0" name=""/>
        <dsp:cNvSpPr/>
      </dsp:nvSpPr>
      <dsp:spPr>
        <a:xfrm>
          <a:off x="1609724" y="7595"/>
          <a:ext cx="321945" cy="124306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66E84-0170-4E32-B168-D255D83C3DD9}">
      <dsp:nvSpPr>
        <dsp:cNvPr id="0" name=""/>
        <dsp:cNvSpPr/>
      </dsp:nvSpPr>
      <dsp:spPr>
        <a:xfrm>
          <a:off x="2060447" y="7595"/>
          <a:ext cx="4378452" cy="12430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Supportive organizational culture that values efficiency and effectiveness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Appropriate business model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Efficient business processes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Decentralized authority</a:t>
          </a:r>
          <a:endParaRPr lang="en-US" sz="105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Distributed decision-making rights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IS development team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60447" y="7595"/>
        <a:ext cx="4378452" cy="1243068"/>
      </dsp:txXfrm>
    </dsp:sp>
    <dsp:sp modelId="{A5C2B521-35CF-4798-9228-63FDFDB55E75}">
      <dsp:nvSpPr>
        <dsp:cNvPr id="0" name=""/>
        <dsp:cNvSpPr/>
      </dsp:nvSpPr>
      <dsp:spPr>
        <a:xfrm>
          <a:off x="0" y="1624135"/>
          <a:ext cx="160972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Managerial assets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624135"/>
        <a:ext cx="1609724" cy="970200"/>
      </dsp:txXfrm>
    </dsp:sp>
    <dsp:sp modelId="{30F42290-4E58-4E40-AD8F-DE9327C223E1}">
      <dsp:nvSpPr>
        <dsp:cNvPr id="0" name=""/>
        <dsp:cNvSpPr/>
      </dsp:nvSpPr>
      <dsp:spPr>
        <a:xfrm>
          <a:off x="1609724" y="1427063"/>
          <a:ext cx="321945" cy="136434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38F51-7FC0-429C-B1C1-B47C35DFFCCD}">
      <dsp:nvSpPr>
        <dsp:cNvPr id="0" name=""/>
        <dsp:cNvSpPr/>
      </dsp:nvSpPr>
      <dsp:spPr>
        <a:xfrm>
          <a:off x="2060447" y="1427063"/>
          <a:ext cx="4378452" cy="13643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senior management support for technology investment and change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Incentives for management innovation</a:t>
          </a:r>
          <a:endParaRPr lang="en-US" sz="105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50" kern="12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Teamwork and collaborative work environments</a:t>
          </a:r>
          <a:endParaRPr lang="en-US" sz="105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Training programs to enhance management decision skills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Management culture that values flexibility and knowledge-based decision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making.</a:t>
          </a:r>
          <a:endParaRPr lang="en-US" sz="105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60447" y="1427063"/>
        <a:ext cx="4378452" cy="1364343"/>
      </dsp:txXfrm>
    </dsp:sp>
    <dsp:sp modelId="{DB2E6568-EC34-4C39-9B78-661EA4EF7A8D}">
      <dsp:nvSpPr>
        <dsp:cNvPr id="0" name=""/>
        <dsp:cNvSpPr/>
      </dsp:nvSpPr>
      <dsp:spPr>
        <a:xfrm>
          <a:off x="0" y="3119401"/>
          <a:ext cx="1609724" cy="97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Social assets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119401"/>
        <a:ext cx="1609724" cy="970200"/>
      </dsp:txXfrm>
    </dsp:sp>
    <dsp:sp modelId="{5132329F-E1D1-4351-AFD4-D5D155A62122}">
      <dsp:nvSpPr>
        <dsp:cNvPr id="0" name=""/>
        <dsp:cNvSpPr/>
      </dsp:nvSpPr>
      <dsp:spPr>
        <a:xfrm>
          <a:off x="1609724" y="2967807"/>
          <a:ext cx="321945" cy="127338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BE41F-6A18-4A1D-9580-397B20986B89}">
      <dsp:nvSpPr>
        <dsp:cNvPr id="0" name=""/>
        <dsp:cNvSpPr/>
      </dsp:nvSpPr>
      <dsp:spPr>
        <a:xfrm>
          <a:off x="2060447" y="2967807"/>
          <a:ext cx="4378452" cy="1273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Internet and telecommunications infrastructure</a:t>
          </a:r>
          <a:endParaRPr lang="en-US" sz="1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100" kern="12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IT-enriched educational programs raising labor force computer literacy</a:t>
          </a:r>
          <a:endParaRPr lang="en-US" sz="11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1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Standards (both government and private sector)</a:t>
          </a:r>
          <a:endParaRPr lang="en-US" sz="1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100" kern="12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Laws and regulations creating fair, stable market environments</a:t>
          </a:r>
          <a:endParaRPr lang="en-US" sz="11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1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Technology and service firms in adjacent markets to assist implementation</a:t>
          </a:r>
          <a:endParaRPr lang="en-US" sz="1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60447" y="2967807"/>
        <a:ext cx="4378452" cy="1273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E663E-9AE5-4B11-B4CA-608858A2603D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C741-7458-4E4F-9F6B-0BA839042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8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FE635-11D9-4112-A6FD-6DA02A116A07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C00EE-FC64-499A-BB12-0E1D98E284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919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 federal and state statutes and regulations that create a legal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duty for companies and their employees to retain records, including digital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records. For instance, the Toxic Substances Control Act (1976), which regulates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exposure of U.S. workers to more than 75,000 toxic chemicals, requires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firms to retain records on employee exposure for 30 years. The Sarbanes—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Oxley Act (2002), which was intended to improve the accountability of public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firms and their auditors, requires certified public accounting firms that audit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companies to retain audit working papers and records, including all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e-mails, for five years. Many other pieces of federal and state legislation in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 care, financial services, education, and privacy protection impose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 information retention and reporting requirements on U.S.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businesses.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2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676400"/>
            <a:ext cx="7315200" cy="48768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insert contents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2F7-422A-4661-970A-2E1D828D17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00100" y="1376167"/>
            <a:ext cx="7086600" cy="45720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 2202</a:t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Strategy, Management and Acquisition</a:t>
            </a: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#1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0" name="Picture 2" descr="Creative Commons Lice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6058" y="6420977"/>
            <a:ext cx="1081548" cy="381000"/>
          </a:xfrm>
          <a:prstGeom prst="rect">
            <a:avLst/>
          </a:prstGeom>
          <a:noFill/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7158" y="4447604"/>
            <a:ext cx="5791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in Global Business Today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514600" y="3505200"/>
            <a:ext cx="3657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500745"/>
            <a:ext cx="7370618" cy="3754582"/>
          </a:xfrm>
        </p:spPr>
        <p:txBody>
          <a:bodyPr>
            <a:normAutofit/>
          </a:bodyPr>
          <a:lstStyle/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are information systems transforming business and what is their relationship to globalization?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are information systems so essential for running and managing a business today?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exactly is an information system? How does it work? What are its management, organization, and technology components?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3109" y="1371600"/>
            <a:ext cx="6858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the end of this lecture, you should be </a:t>
            </a:r>
            <a:r>
              <a:rPr lang="en-GB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able to answer </a:t>
            </a:r>
            <a:r>
              <a:rPr lang="en-GB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</a:t>
            </a:r>
            <a:r>
              <a:rPr lang="en-GB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questions: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3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8768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complementary assets? Why are complementary assets essential for ensuring that information systems provide genuine value for an organization?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academic disciplines are used to study information systems? How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each contribute to an understanding of information systems?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a sociotechnical systems perspective</a:t>
            </a:r>
          </a:p>
          <a:p>
            <a:endParaRPr lang="en-GB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77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057400" y="76200"/>
            <a:ext cx="5257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Role of Information Systems in Business Today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295400"/>
            <a:ext cx="8077200" cy="404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01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meaningful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lang="en-US" alt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(facts)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Societies mainly depend on the information 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support to achieve desired  objectives</a:t>
            </a:r>
          </a:p>
          <a:p>
            <a:pPr lvl="2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Planning, organizing, decision making, … 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process (handle) the data to be useful information</a:t>
            </a:r>
          </a:p>
          <a:p>
            <a:pPr lvl="2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Through H/W, S/W, telecommunication, DB  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computer systems related to process data and provide required information  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ATMs, airline reservation systems, course reservation systems</a:t>
            </a:r>
          </a:p>
          <a:p>
            <a:pPr lvl="1" algn="just">
              <a:spcBef>
                <a:spcPct val="5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spcBef>
                <a:spcPct val="5000"/>
              </a:spcBef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179390780"/>
              </p:ext>
            </p:extLst>
          </p:nvPr>
        </p:nvGraphicFramePr>
        <p:xfrm>
          <a:off x="3505200" y="4807527"/>
          <a:ext cx="5219700" cy="1621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07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 anchor="t">
            <a:normAutofit/>
          </a:bodyPr>
          <a:lstStyle/>
          <a:p>
            <a:r>
              <a:rPr lang="en-US" alt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usiness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tasks, rules, behaviors that been developed to produce business results.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new product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Creating market plan 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Hiring an employee </a:t>
            </a:r>
          </a:p>
          <a:p>
            <a:pPr marL="342900" lvl="1" indent="-342900" algn="just" fontAlgn="auto"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Considered source of competitive strength</a:t>
            </a:r>
          </a:p>
          <a:p>
            <a:pPr marL="342900" lvl="1" indent="-342900" algn="just" fontAlgn="auto"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automate many business process  </a:t>
            </a:r>
          </a:p>
          <a:p>
            <a:pPr lvl="1" algn="just" fontAlgn="auto">
              <a:spcAft>
                <a:spcPts val="0"/>
              </a:spcAft>
              <a:buFontTx/>
              <a:buNone/>
              <a:defRPr/>
            </a:pP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74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Definitions 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226276849"/>
              </p:ext>
            </p:extLst>
          </p:nvPr>
        </p:nvGraphicFramePr>
        <p:xfrm>
          <a:off x="1828800" y="1828800"/>
          <a:ext cx="5200650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02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 of IS in business today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153400" cy="4648200"/>
          </a:xfrm>
        </p:spPr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transform (improve) business today.  How?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Creating globalization opportunities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Internet reduced costs of operating, on global scale for Customers and firms, Using foreign markets, easily replicate service such  as Google and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ebay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Helps the emerging digital firm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The business relationships in digital firm are digitally enabled and mediated and It’s core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accomplished through digital networks.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(Time shifting, space shifting)</a:t>
            </a:r>
          </a:p>
          <a:p>
            <a:pPr lvl="1" algn="just" fontAlgn="auto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1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1143000"/>
          </a:xfrm>
        </p:spPr>
        <p:txBody>
          <a:bodyPr>
            <a:noAutofit/>
          </a:bodyPr>
          <a:lstStyle/>
          <a:p>
            <a:r>
              <a:rPr lang="en-US" altLang="en-US" sz="28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Firms invest heavily in IS to achieve 6 strategic business objectives (why firms use IS?).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990600" lvl="1" indent="-533400" fontAlgn="auto">
              <a:lnSpc>
                <a:spcPct val="80000"/>
              </a:lnSpc>
              <a:spcAft>
                <a:spcPts val="0"/>
              </a:spcAft>
              <a:defRPr/>
            </a:pPr>
            <a:endParaRPr lang="en-US" sz="1800" dirty="0" smtClean="0">
              <a:latin typeface="Arial" charset="0"/>
            </a:endParaRPr>
          </a:p>
          <a:p>
            <a:pPr marL="342900" lvl="1" indent="-342900" fontAlgn="auto">
              <a:spcAft>
                <a:spcPts val="0"/>
              </a:spcAft>
              <a:buFont typeface="Arial" charset="0"/>
              <a:buChar char="•"/>
              <a:defRPr/>
            </a:pPr>
            <a:endParaRPr lang="en-US" sz="1800" dirty="0" smtClean="0">
              <a:latin typeface="Arial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35401673"/>
              </p:ext>
            </p:extLst>
          </p:nvPr>
        </p:nvGraphicFramePr>
        <p:xfrm>
          <a:off x="914400" y="1295400"/>
          <a:ext cx="72009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698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Operational excellence: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47700" y="1524000"/>
            <a:ext cx="7848600" cy="3962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Improvement of efficiency of operation to attain higher profitability</a:t>
            </a:r>
          </a:p>
          <a:p>
            <a:pPr algn="just">
              <a:lnSpc>
                <a:spcPct val="90000"/>
              </a:lnSpc>
            </a:pP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1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tool to achieve greater efficiency and productivity</a:t>
            </a:r>
          </a:p>
          <a:p>
            <a:pPr marL="342900" lvl="1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1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Examble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Wal-Mart’s </a:t>
            </a:r>
            <a:r>
              <a:rPr lang="en-US" alt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RetailLink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links suppliers to stores for superior replenishment system</a:t>
            </a:r>
          </a:p>
          <a:p>
            <a:pPr marL="342900" lvl="1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31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8229600" cy="11430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New products, services, and business models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23900" y="1524000"/>
            <a:ext cx="7734300" cy="4114800"/>
          </a:xfrm>
        </p:spPr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model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describes how company produces, delivers, and sells product or service to create wealth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and technology a major enabling tool for new products, services, business models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Apple’s iPod, iTunes and Netflix’s Internet-based DVD rentals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83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2296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Customer and supplier intimacy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772400" cy="434340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Serving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well leads to customers returning, which raises revenues and profits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High-end hotels that use computers to track customer preferences and use to monitor and customize environment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Intimacy with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suppliers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allows them to provide vital inputs, which lowers costs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J.C.Penney’s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information system which links sales records to contract manufacturer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4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953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</a:t>
            </a:r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decision-making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153400" cy="518160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Without accurate information: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must use forecasts, best guesses, luck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Leads to:</a:t>
            </a:r>
          </a:p>
          <a:p>
            <a:pPr lvl="3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Overproduction, underproduction of goods and services</a:t>
            </a:r>
          </a:p>
          <a:p>
            <a:pPr lvl="3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Misallocation of resources</a:t>
            </a:r>
          </a:p>
          <a:p>
            <a:pPr lvl="3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response times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outcomes raise costs, lose customers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provide real-time data for making decisions 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Verizon’s Web-based digital dashboard to provide managers with real-time data on customer complaints, network performance, line outages, etc.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3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Competitive advantage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 higher sales and profit through using IS by: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Doing things better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Charging less for superior products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 time Responding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the internet is competitive advantage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Dell: Consistent profitability over 25 years; Dell remains one of the most efficient producer of PCs in world. 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Dell has lost some of its advantages to fast followers-- HP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982" y="5029200"/>
            <a:ext cx="1752600" cy="17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3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Survival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40327" y="1343891"/>
            <a:ext cx="8153400" cy="4876800"/>
          </a:xfrm>
        </p:spPr>
        <p:txBody>
          <a:bodyPr>
            <a:normAutofit/>
          </a:bodyPr>
          <a:lstStyle/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technologies are necessity of doing business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be:</a:t>
            </a:r>
          </a:p>
          <a:p>
            <a:pPr lvl="2" algn="just"/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Industry-level changes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e.g. Citibank’s introduction of ATMs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Governmental regulations requiring record-keeping</a:t>
            </a:r>
          </a:p>
          <a:p>
            <a:pPr lvl="3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Toxic Substances Control Act, </a:t>
            </a:r>
            <a:r>
              <a:rPr lang="en-US" alt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Sarbannes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-Oxley Act 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Firms turn to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and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technologies to provide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capability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respond to these challenges.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5029200"/>
            <a:ext cx="2895600" cy="170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2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IS, data, information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153400" cy="4876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of interrelated components 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Collect, process, store, and distribute information</a:t>
            </a:r>
          </a:p>
          <a:p>
            <a:pPr lvl="1" algn="just">
              <a:buFontTx/>
              <a:buNone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computers and software as a tool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decision making, coordination, control, problem analysis and create new product 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solutions to challenges in business Environment. </a:t>
            </a:r>
          </a:p>
          <a:p>
            <a:pPr algn="just"/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vs. data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are streams of raw facts</a:t>
            </a:r>
          </a:p>
          <a:p>
            <a:pPr lvl="1"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is data shaped into meaningful form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00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IS: input, process, output, feedback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153400" cy="4495800"/>
          </a:xfrm>
        </p:spPr>
        <p:txBody>
          <a:bodyPr>
            <a:normAutofit/>
          </a:bodyPr>
          <a:lstStyle/>
          <a:p>
            <a:pPr algn="just">
              <a:spcBef>
                <a:spcPct val="25000"/>
              </a:spcBef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</a:t>
            </a:r>
            <a:r>
              <a:rPr lang="en-US" alt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activities produce required information</a:t>
            </a:r>
          </a:p>
          <a:p>
            <a:pPr lvl="1" algn="just">
              <a:spcBef>
                <a:spcPct val="25000"/>
              </a:spcBef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Captures raw data from organization or external environment</a:t>
            </a:r>
          </a:p>
          <a:p>
            <a:pPr lvl="1" algn="just">
              <a:spcBef>
                <a:spcPct val="25000"/>
              </a:spcBef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Converts data into meaningful form</a:t>
            </a:r>
          </a:p>
          <a:p>
            <a:pPr lvl="1" algn="just">
              <a:spcBef>
                <a:spcPct val="25000"/>
              </a:spcBef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Transfers processed information to people or activities that use it</a:t>
            </a:r>
          </a:p>
          <a:p>
            <a:pPr lvl="1" algn="just">
              <a:spcBef>
                <a:spcPct val="25000"/>
              </a:spcBef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Output returned to appropriate members of organization to help evaluate or correct input stage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83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07869" y="398102"/>
            <a:ext cx="8229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Perspectives on Information Systems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907869" y="1406236"/>
            <a:ext cx="7277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D01A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Functions of an Information System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69" y="2133600"/>
            <a:ext cx="727710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70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447800"/>
            <a:ext cx="8153400" cy="437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information system contains information about an organization and its surrounding environment. 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Three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activities—input, processing, and output—produce the information organizations need. 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output returned to appropriate people or activities in the organization to evaluate and refine the input. 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Environmental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actors, such as customers, suppliers, competitors, stockholders, and regulatory agencies, interact with the organization and its information systems.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Perspectives on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251063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153400" cy="4876800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house is an appropriate analogy.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built with hammers,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nails, and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wood, but these do not make a house.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architecture, design,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setting, landscaping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all of the decisions that lead to the creation of these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are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 of the house and are crucial for solving the problem of putting a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roof over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one’s head.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53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Computer/Computer program vs. information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4600" y="4572000"/>
            <a:ext cx="24003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Computer/Computer program vs. information system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Computers and programs are the hammers, nails, and lumber of computer-based information systems, but alone they cannot produce the information a particular organization needs. 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information systems, you must understand the problems they are designed to solve, their architectural and design elements, and the organizational processes that lead to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solutions.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1110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95300" y="2095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Dimensions (boarders) of IS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71500" y="1352550"/>
            <a:ext cx="8153400" cy="4876800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fully understand information systems, you must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</a:t>
            </a:r>
          </a:p>
          <a:p>
            <a:pPr lvl="1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broader organization</a:t>
            </a:r>
          </a:p>
          <a:p>
            <a:pPr lvl="1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</a:p>
          <a:p>
            <a:pPr lvl="1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dimensions of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</a:p>
          <a:p>
            <a:pPr lvl="1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their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to provide solutions to challenges and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problems in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business environment. </a:t>
            </a:r>
          </a:p>
          <a:p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 to this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lang="en-GB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iteracy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508" name="Picture 7" descr="Fig-1-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699992"/>
            <a:ext cx="2171700" cy="215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10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26737"/>
            <a:ext cx="8153400" cy="4876800"/>
          </a:xfrm>
        </p:spPr>
        <p:txBody>
          <a:bodyPr>
            <a:normAutofit/>
          </a:bodyPr>
          <a:lstStyle/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 literacy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 contrast, focuses primarily on knowledge of information technology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GB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Therefore: </a:t>
            </a:r>
            <a:endParaRPr lang="en-US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 of IS dimensions is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literacy 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computer literacy is focus on primarily on knowledge of IT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field of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to achieve this 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boarders of IS literacy,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deals with behavioral and technical issues surrounding development, use and impact of 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used by managers and employees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firm. 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Dimensions (boarders) of IS</a:t>
            </a:r>
          </a:p>
        </p:txBody>
      </p:sp>
    </p:spTree>
    <p:extLst>
      <p:ext uri="{BB962C8B-B14F-4D97-AF65-F5344CB8AC3E}">
        <p14:creationId xmlns:p14="http://schemas.microsoft.com/office/powerpoint/2010/main" val="28014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224" y="228600"/>
            <a:ext cx="82296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Organizational dimension of IS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153400" cy="36576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key elements of an organization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are:</a:t>
            </a:r>
          </a:p>
          <a:p>
            <a:pPr lvl="1"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</a:t>
            </a:r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people</a:t>
            </a:r>
          </a:p>
          <a:p>
            <a:pPr lvl="1" algn="just"/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</a:t>
            </a:r>
          </a:p>
          <a:p>
            <a:pPr lvl="1" algn="just"/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</a:t>
            </a:r>
          </a:p>
          <a:p>
            <a:pPr lvl="1" algn="just"/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Politics</a:t>
            </a:r>
          </a:p>
          <a:p>
            <a:pPr lvl="1" algn="just"/>
            <a:r>
              <a:rPr lang="en-GB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culture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8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909"/>
            <a:ext cx="8153400" cy="487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</a:t>
            </a:r>
            <a:endParaRPr lang="en-GB" sz="3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a structure that is composed of different levels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specialties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Their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structures reveal a clear-cut division of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labour.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Authority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responsibility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 business firm are organized as a hierarchy, or a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pyramid structure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upper levels of the hierarchy consist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managerial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professional, and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employees, whereas the lower levels consist of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personnel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Organizational dimension of IS</a:t>
            </a: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6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674444847"/>
              </p:ext>
            </p:extLst>
          </p:nvPr>
        </p:nvGraphicFramePr>
        <p:xfrm>
          <a:off x="3477620" y="798371"/>
          <a:ext cx="6286499" cy="4448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Levels in the firm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6578" y="1417638"/>
            <a:ext cx="50820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Senior management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 long-range strategic decisions about products and services as well as ensures financial performance of the firm.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4109" y="2417481"/>
            <a:ext cx="50820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Middle management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carries out the programs and plans of senior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499" y="3154097"/>
            <a:ext cx="45339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responsible for monitoring the daily activities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579" y="3962400"/>
            <a:ext cx="45498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workers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such as engineers, scientists, or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architects, design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 or services and create new knowledge for the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6579" y="5162729"/>
            <a:ext cx="5921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workers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such as secretaries or clerks, assist with scheduling and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communications at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levels of the firm.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954249"/>
            <a:ext cx="4937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Production or service workers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actually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produce the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and deliver the service</a:t>
            </a:r>
          </a:p>
        </p:txBody>
      </p:sp>
    </p:spTree>
    <p:extLst>
      <p:ext uri="{BB962C8B-B14F-4D97-AF65-F5344CB8AC3E}">
        <p14:creationId xmlns:p14="http://schemas.microsoft.com/office/powerpoint/2010/main" val="348842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Functions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major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functions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or specialized tasks performed by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organizations consists the following: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181229019"/>
              </p:ext>
            </p:extLst>
          </p:nvPr>
        </p:nvGraphicFramePr>
        <p:xfrm>
          <a:off x="1752600" y="2202597"/>
          <a:ext cx="6324600" cy="4503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9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Management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Management’s job is to make sense out of the many situations faced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organizations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09650" lvl="1" indent="-609600" algn="just" fontAlgn="auto">
              <a:spcBef>
                <a:spcPct val="150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decisions, formulate action plan and solve organizational problems</a:t>
            </a:r>
          </a:p>
          <a:p>
            <a:pPr marL="990600" lvl="1" indent="-533400" algn="just" fontAlgn="auto">
              <a:spcBef>
                <a:spcPct val="150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set organizational strategies for responding to business challenges perceived from the environment</a:t>
            </a:r>
          </a:p>
          <a:p>
            <a:pPr marL="990600" lvl="1" indent="-533400" algn="just" fontAlgn="auto">
              <a:spcBef>
                <a:spcPct val="150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addition, managers must act creatively:</a:t>
            </a:r>
          </a:p>
          <a:p>
            <a:pPr marL="1371600" lvl="2" indent="-457200" algn="just" fontAlgn="auto">
              <a:spcBef>
                <a:spcPct val="15000"/>
              </a:spcBef>
              <a:spcAft>
                <a:spcPts val="0"/>
              </a:spcAft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Creation of new products and services</a:t>
            </a:r>
          </a:p>
          <a:p>
            <a:pPr marL="1371600" lvl="2" indent="-457200" algn="just" fontAlgn="auto">
              <a:spcBef>
                <a:spcPct val="15000"/>
              </a:spcBef>
              <a:spcAft>
                <a:spcPts val="0"/>
              </a:spcAft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Occasionally re-creating the organization from time to time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4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39087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Technology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153400" cy="5029200"/>
          </a:xfrm>
        </p:spPr>
        <p:txBody>
          <a:bodyPr rtlCol="0">
            <a:no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is one of many tools managers use to cope with change.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is: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Hardware: physical component 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Software: instruction control Hardware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management technology 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and telecommunications technology 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Network: Hardware + Software link computers 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Internet: Network to provide services</a:t>
            </a:r>
          </a:p>
          <a:p>
            <a:pPr lvl="1" algn="just" fontAlgn="auto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WWW: service to store retrieve information </a:t>
            </a:r>
          </a:p>
          <a:p>
            <a:pPr algn="just" fontAlgn="auto">
              <a:spcAft>
                <a:spcPts val="0"/>
              </a:spcAft>
              <a:defRPr/>
            </a:pP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0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perspective on IS: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instrument for creating value to firms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Investments in IS result in superior returns: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Increases productivity and revenue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provides information that helps managers making better decisions and improve the execution of business process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 of IS</a:t>
            </a:r>
          </a:p>
          <a:p>
            <a:pPr algn="just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variation in Returns on </a:t>
            </a:r>
            <a:b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Investment</a:t>
            </a:r>
            <a:endParaRPr lang="en-US" sz="32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Investing in information technology does not guarantee good returns</a:t>
            </a:r>
          </a:p>
          <a:p>
            <a:pPr algn="just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Considerable variation in the returns firms receive from systems investments</a:t>
            </a:r>
          </a:p>
          <a:p>
            <a:pPr algn="just" fontAlgn="auto">
              <a:lnSpc>
                <a:spcPct val="80000"/>
              </a:lnSpc>
              <a:spcAft>
                <a:spcPts val="0"/>
              </a:spcAft>
              <a:defRPr/>
            </a:pP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that case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variation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</a:p>
          <a:p>
            <a:pPr lvl="1" algn="just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Adopting right business model according (suite) to new technology </a:t>
            </a:r>
          </a:p>
          <a:p>
            <a:pPr lvl="1" algn="just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coordinating investments (business processes, models, management behavior and culture)</a:t>
            </a:r>
          </a:p>
          <a:p>
            <a:pPr algn="just" fontAlgn="auto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45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assets: </a:t>
            </a:r>
            <a:br>
              <a:rPr 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924800" cy="48768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Awareness of the organizational and managerial dimensions of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can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 us understand why some firms achieve better results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their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than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others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firms invest a great deal and receive a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 deal, others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 an equal amount and receive few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Still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firms invest little and receive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much</a:t>
            </a:r>
          </a:p>
          <a:p>
            <a:pPr marL="0" indent="0" algn="just">
              <a:buNone/>
            </a:pP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suggests </a:t>
            </a:r>
            <a:r>
              <a:rPr lang="en-GB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investing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information technology does not by itself </a:t>
            </a:r>
            <a:r>
              <a:rPr lang="en-GB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guarantee good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</a:t>
            </a:r>
            <a:endParaRPr lang="en-US" altLang="en-US" sz="24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0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8229600" cy="1143000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accounts for this variation </a:t>
            </a: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32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among </a:t>
            </a:r>
            <a:r>
              <a:rPr lang="en-GB" sz="32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650" y="1155510"/>
            <a:ext cx="7581900" cy="5473890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answer lies in the concept of </a:t>
            </a:r>
            <a:r>
              <a:rPr lang="en-GB" sz="24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assets.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investments alone cannot make organizations and managers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effective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unless they are accompanied by supportive values, structures,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behaviour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patterns in the organization and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</a:t>
            </a:r>
            <a:r>
              <a:rPr lang="en-GB" sz="24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</a:t>
            </a:r>
            <a:r>
              <a:rPr lang="en-GB" sz="24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assets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firms need to change how they do business before they can really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reap 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 of new information technologies.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firms fail to adopt the right business model that suits the new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technology, or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seek to preserve an old business model that is doomed by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technology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4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Complementary Assets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447800"/>
            <a:ext cx="7543800" cy="48768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assets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those assets required to derive value from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primary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investment (</a:t>
            </a:r>
            <a:r>
              <a:rPr lang="en-GB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Teece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1988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instance, to realize value from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automobiles requires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substantial complementary investments in highways,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roads, gasoline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stations, repair facilities, and a legal regulatory structure to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standards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control drivers</a:t>
            </a:r>
          </a:p>
        </p:txBody>
      </p:sp>
    </p:spTree>
    <p:extLst>
      <p:ext uri="{BB962C8B-B14F-4D97-AF65-F5344CB8AC3E}">
        <p14:creationId xmlns:p14="http://schemas.microsoft.com/office/powerpoint/2010/main" val="51708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Assets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620000" cy="4800600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irms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support their technology investments with investments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complementary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assets, such as new business models, new business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processes, management behaviour,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organizational culture, or training, receive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superior returns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Whereas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those firms failing to make these complementary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investments receive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 or no returns on their information technology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investments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investments in organization and management are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known as </a:t>
            </a:r>
            <a:r>
              <a:rPr lang="en-GB" sz="2400" dirty="0" smtClean="0">
                <a:solidFill>
                  <a:srgbClr val="0D01A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organizational </a:t>
            </a:r>
            <a:r>
              <a:rPr lang="en-GB" sz="2400" dirty="0">
                <a:solidFill>
                  <a:srgbClr val="0D01A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management capital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56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58" y="1295400"/>
            <a:ext cx="7924800" cy="4983162"/>
          </a:xfrm>
        </p:spPr>
        <p:txBody>
          <a:bodyPr>
            <a:normAutofit/>
          </a:bodyPr>
          <a:lstStyle/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complementary investments that firms need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make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realize value from their information technology investments</a:t>
            </a:r>
          </a:p>
          <a:p>
            <a:pPr algn="just"/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5017857"/>
              </p:ext>
            </p:extLst>
          </p:nvPr>
        </p:nvGraphicFramePr>
        <p:xfrm>
          <a:off x="1600200" y="2438400"/>
          <a:ext cx="6438900" cy="4248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6836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Complementary Assets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2870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Contemporary approach to IS</a:t>
            </a:r>
            <a:endParaRPr lang="en-GB" sz="3600" dirty="0">
              <a:solidFill>
                <a:srgbClr val="03BD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296537"/>
            <a:ext cx="7848600" cy="4876800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study of information systems is a multidisciplinary field.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single theory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perspective dominates.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below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illustrates the major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disciplines that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contribute problems, issues, and solutions in the study of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767934"/>
              </p:ext>
            </p:extLst>
          </p:nvPr>
        </p:nvGraphicFramePr>
        <p:xfrm>
          <a:off x="4876800" y="3657600"/>
          <a:ext cx="40386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Image" r:id="rId3" imgW="5447619" imgH="3200000" progId="">
                  <p:embed/>
                </p:oleObj>
              </mc:Choice>
              <mc:Fallback>
                <p:oleObj name="Image" r:id="rId3" imgW="5447619" imgH="3200000" progId="">
                  <p:embed/>
                  <p:pic>
                    <p:nvPicPr>
                      <p:cNvPr id="307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657600"/>
                        <a:ext cx="40386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65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approach: 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ct val="25000"/>
              </a:spcAft>
              <a:buFontTx/>
              <a:buChar char="•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Emphasizes mathematically based models</a:t>
            </a:r>
          </a:p>
          <a:p>
            <a:pPr marL="1200150" lvl="2" indent="-285750" algn="just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 science theories of commutation ,data storage</a:t>
            </a:r>
          </a:p>
          <a:p>
            <a:pPr marL="1200150" lvl="2" indent="-285750" algn="just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science: models of DM and practices </a:t>
            </a:r>
          </a:p>
          <a:p>
            <a:pPr marL="1200150" lvl="2" indent="-285750" algn="just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operations research: optimizing selected parameters of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7979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rgbClr val="03BD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Behavioral approach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ct val="25000"/>
              </a:spcAft>
              <a:buFontTx/>
              <a:buChar char="•"/>
            </a:pPr>
            <a:r>
              <a:rPr lang="en-US" alt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Behavioral issues such strategic business integration, implementation...</a:t>
            </a:r>
          </a:p>
          <a:p>
            <a:pPr marL="1200150" lvl="2" indent="-285750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Psychology: how decision makers use formal information </a:t>
            </a:r>
          </a:p>
          <a:p>
            <a:pPr marL="1200150" lvl="2" indent="-285750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Economics: how IS change the control and cost structures</a:t>
            </a:r>
          </a:p>
          <a:p>
            <a:pPr marL="1200150" lvl="2" indent="-285750">
              <a:spcAft>
                <a:spcPct val="25000"/>
              </a:spcAft>
              <a:buFontTx/>
              <a:buChar char="•"/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Sociology: how system affect individuals and groups</a:t>
            </a:r>
          </a:p>
          <a:p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07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752600"/>
            <a:ext cx="623842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2404</Words>
  <Application>Microsoft Office PowerPoint</Application>
  <PresentationFormat>On-screen Show (4:3)</PresentationFormat>
  <Paragraphs>273</Paragraphs>
  <Slides>39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Tahoma</vt:lpstr>
      <vt:lpstr>Wingdings</vt:lpstr>
      <vt:lpstr>Office Theme</vt:lpstr>
      <vt:lpstr>Image</vt:lpstr>
      <vt:lpstr>INF 2202 IS Strategy, Management and Acquisition  Lecture #1   </vt:lpstr>
      <vt:lpstr>Objectives</vt:lpstr>
      <vt:lpstr>Objectives</vt:lpstr>
      <vt:lpstr>PowerPoint Presentation</vt:lpstr>
      <vt:lpstr>Business process</vt:lpstr>
      <vt:lpstr>Definitions </vt:lpstr>
      <vt:lpstr>Role of IS in business today </vt:lpstr>
      <vt:lpstr>Firms invest heavily in IS to achieve 6 strategic business objectives (why firms use IS?).</vt:lpstr>
      <vt:lpstr>1. Operational excellence:</vt:lpstr>
      <vt:lpstr>2. New products, services, and business models</vt:lpstr>
      <vt:lpstr>3. Customer and supplier intimacy</vt:lpstr>
      <vt:lpstr>4. Improved decision-making</vt:lpstr>
      <vt:lpstr>5. Competitive advantage</vt:lpstr>
      <vt:lpstr>6. Survival</vt:lpstr>
      <vt:lpstr>IS, data, information </vt:lpstr>
      <vt:lpstr>IS: input, process, output, feedback</vt:lpstr>
      <vt:lpstr>Perspectives on Information Systems</vt:lpstr>
      <vt:lpstr>Perspectives on Information Systems</vt:lpstr>
      <vt:lpstr>Computer/Computer program vs. information system</vt:lpstr>
      <vt:lpstr>Computer/Computer program vs. information system</vt:lpstr>
      <vt:lpstr>Dimensions (boarders) of IS</vt:lpstr>
      <vt:lpstr>Dimensions (boarders) of IS</vt:lpstr>
      <vt:lpstr>1. Organizational dimension of IS</vt:lpstr>
      <vt:lpstr> Organizational dimension of IS</vt:lpstr>
      <vt:lpstr>Levels in the firm</vt:lpstr>
      <vt:lpstr>Business Functions</vt:lpstr>
      <vt:lpstr>2. Management dimension</vt:lpstr>
      <vt:lpstr>3. Technology dimension</vt:lpstr>
      <vt:lpstr>Business perspective on IS:</vt:lpstr>
      <vt:lpstr>There variation in Returns on  Information Technology Investment</vt:lpstr>
      <vt:lpstr>Complementary assets:  </vt:lpstr>
      <vt:lpstr>What accounts for this variation  among firms</vt:lpstr>
      <vt:lpstr>What is Complementary Assets</vt:lpstr>
      <vt:lpstr>Complementary Assets</vt:lpstr>
      <vt:lpstr>Complementary Assets</vt:lpstr>
      <vt:lpstr>Contemporary approach to IS</vt:lpstr>
      <vt:lpstr>Technical approach: </vt:lpstr>
      <vt:lpstr>Behavioral approach</vt:lpstr>
      <vt:lpstr>PowerPoint Presentation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AliAbdulla</dc:creator>
  <cp:lastModifiedBy>Asus</cp:lastModifiedBy>
  <cp:revision>95</cp:revision>
  <dcterms:created xsi:type="dcterms:W3CDTF">2015-03-01T11:00:00Z</dcterms:created>
  <dcterms:modified xsi:type="dcterms:W3CDTF">2026-04-28T05:09:03Z</dcterms:modified>
</cp:coreProperties>
</file>