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4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3BD15"/>
    <a:srgbClr val="0D01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43" autoAdjust="0"/>
  </p:normalViewPr>
  <p:slideViewPr>
    <p:cSldViewPr>
      <p:cViewPr varScale="1">
        <p:scale>
          <a:sx n="69" d="100"/>
          <a:sy n="69" d="100"/>
        </p:scale>
        <p:origin x="12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E663E-9AE5-4B11-B4CA-608858A2603D}" type="datetimeFigureOut">
              <a:rPr lang="en-US" smtClean="0"/>
              <a:pPr/>
              <a:t>09-Jun-26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8C741-7458-4E4F-9F6B-0BA8390428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98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FE635-11D9-4112-A6FD-6DA02A116A07}" type="datetimeFigureOut">
              <a:rPr lang="en-US" smtClean="0"/>
              <a:pPr/>
              <a:t>09-Jun-26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C00EE-FC64-499A-BB12-0E1D98E284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919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C00EE-FC64-499A-BB12-0E1D98E2849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6800" y="1676400"/>
            <a:ext cx="7315200" cy="48768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insert contents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A2F7-422A-4661-970A-2E1D828D17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939458" y="457200"/>
            <a:ext cx="7086600" cy="5105400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 2202</a:t>
            </a:r>
            <a:b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Strategy, Management and Acquisition</a:t>
            </a:r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 #3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2530" name="Picture 2" descr="Creative Commons Licen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6058" y="6420977"/>
            <a:ext cx="1081548" cy="381000"/>
          </a:xfrm>
          <a:prstGeom prst="rect">
            <a:avLst/>
          </a:prstGeom>
          <a:noFill/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87158" y="4343400"/>
            <a:ext cx="5791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and Managing Information Systems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438400" y="3200400"/>
            <a:ext cx="3657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  <a:endParaRPr lang="en-US" sz="4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447800"/>
            <a:ext cx="7391400" cy="4876800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systems have become the backbone of most organizations. 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 a prominent role in almost every sector such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as: Education, Banking, Finance, Government, Healthcare, Manufacturing, In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 and small businesses</a:t>
            </a:r>
          </a:p>
        </p:txBody>
      </p:sp>
    </p:spTree>
    <p:extLst>
      <p:ext uri="{BB962C8B-B14F-4D97-AF65-F5344CB8AC3E}">
        <p14:creationId xmlns:p14="http://schemas.microsoft.com/office/powerpoint/2010/main" val="112827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Of Information Systems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023" y="1371600"/>
            <a:ext cx="8229600" cy="475456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systems are developed for different purposes, depending on the needs of the users and the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business/organizations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Here are some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information systems: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Transaction processing systems (TPS) 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Office automation systems (OAS)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Knowledge work systems (KWS)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 information systems (MIS)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support systems (DSS)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Executive support systems (ESS)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decision support systems (GDSS)</a:t>
            </a:r>
          </a:p>
          <a:p>
            <a:pPr lvl="1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Ä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Computer-supported collaborative work systems (CSCWS)</a:t>
            </a:r>
          </a:p>
          <a:p>
            <a:pPr algn="just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3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326" y="381000"/>
            <a:ext cx="8229600" cy="914400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Approaches In Developing And Acquiring Information Systems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6" y="1600200"/>
            <a:ext cx="7467600" cy="38401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two basic methods of acquiring information systems. </a:t>
            </a: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organization may choose to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Buy a generic application (off-the shelf-product)</a:t>
            </a: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 a custom application (bespoke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software)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54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1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1- Buying The Applications </a:t>
            </a:r>
            <a:br>
              <a:rPr lang="en-US" sz="32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(Off-the-shelf Software)</a:t>
            </a:r>
            <a:endParaRPr lang="en-US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251" y="1447800"/>
            <a:ext cx="7467600" cy="42672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an acquisition method that involves direct purchase of a pre-written application targeted for large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audience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Purchasing commercially available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requires that the business adapt to the functionality of the system. </a:t>
            </a: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Buying an existing package can be a cost effective and time saving strategy compared with in-house development</a:t>
            </a:r>
          </a:p>
          <a:p>
            <a:pPr algn="just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93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Advantages Of Off-the Shelf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Software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884141"/>
              </p:ext>
            </p:extLst>
          </p:nvPr>
        </p:nvGraphicFramePr>
        <p:xfrm>
          <a:off x="443345" y="1371600"/>
          <a:ext cx="8420100" cy="5410200"/>
        </p:xfrm>
        <a:graphic>
          <a:graphicData uri="http://schemas.openxmlformats.org/drawingml/2006/table">
            <a:tbl>
              <a:tblPr firstRow="1" firstCol="1" bandRow="1">
                <a:tableStyleId>{D113A9D2-9D6B-4929-AA2D-F23B5EE8CBE7}</a:tableStyleId>
              </a:tblPr>
              <a:tblGrid>
                <a:gridCol w="4041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19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ADVANTAGES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DISADVANTAGES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249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Shorter implementation time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Use of proven technology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Availability of outside technical expertise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Easier to define costs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Frequent software updates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The price is usually cheaper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Minimal IT personnel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Incompatibility with company needs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Incompatibility between different applications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Limitation on the software customization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Have no control over software improvements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Long term reliance on vendor support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Specific hardware or software requirements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14500" y="26876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28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2 - Building A Custom Application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772400" cy="31242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method, an information system is developed ‘from scratch’ by an IS-professionals to suit the business requirements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5" y="4191000"/>
            <a:ext cx="197167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2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Choices in building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1100" y="1447800"/>
            <a:ext cx="6781800" cy="2667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information system can be developed</a:t>
            </a: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just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In-house (within the organization)</a:t>
            </a:r>
          </a:p>
          <a:p>
            <a:pPr algn="just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Outsourced</a:t>
            </a:r>
          </a:p>
        </p:txBody>
      </p:sp>
    </p:spTree>
    <p:extLst>
      <p:ext uri="{BB962C8B-B14F-4D97-AF65-F5344CB8AC3E}">
        <p14:creationId xmlns:p14="http://schemas.microsoft.com/office/powerpoint/2010/main" val="43895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345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the information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in-house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145" y="1524000"/>
            <a:ext cx="7620000" cy="48768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In-house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 is software that is developed internally by a corporate entity for purpose of using it within the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organization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option works well for the organization that has the resources and time to develop the information system by its own.  </a:t>
            </a:r>
          </a:p>
          <a:p>
            <a:pPr algn="just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approach allows the company to have systems that meet all the organization objective requirements.</a:t>
            </a:r>
          </a:p>
          <a:p>
            <a:pPr algn="just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5181600"/>
            <a:ext cx="1239982" cy="123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5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In-house….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245327"/>
              </p:ext>
            </p:extLst>
          </p:nvPr>
        </p:nvGraphicFramePr>
        <p:xfrm>
          <a:off x="457200" y="1371600"/>
          <a:ext cx="8229600" cy="533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5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3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7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ADVANTAGES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DISADVANTAGES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82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Best fit with the company requirements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Have control over software improvements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Have all of the required features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Main core competencies and maintain level of quality service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Make a distinction with other companies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</a:t>
                      </a:r>
                      <a:r>
                        <a:rPr lang="en-US" sz="2000" b="0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Require </a:t>
                      </a: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more IT personnel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High overhead cost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Time consuming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Problem with usability of the system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High switching cost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Difficult to update to newer technology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23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the information system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outsource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219200"/>
            <a:ext cx="7543800" cy="4267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Outsourced development is a practice in which an organization hires a third-party provider for the development of the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system/software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Outsourced development is when a company hires a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 or other individuals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develop a custom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348" y="4800600"/>
            <a:ext cx="15716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Outsource……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101776"/>
              </p:ext>
            </p:extLst>
          </p:nvPr>
        </p:nvGraphicFramePr>
        <p:xfrm>
          <a:off x="381000" y="1905000"/>
          <a:ext cx="8305800" cy="38817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8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5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ADVANTAGES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DISADVANTAGES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2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Cost Reduction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Access to word class specialist providers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Improved focus on core business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Subcontracting of workload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Better risk management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Loss of organizational competencies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Reduction in quality of services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·   Cost escalation from unforeseen expenses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14500" y="28479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70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71600"/>
            <a:ext cx="7848600" cy="48768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 acquisition strategy is often considered to be faster, easier, and most powerful way for companies to meet their business needs.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acquisition method can be very successful and boost company’s competitive advantage, it can also fail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many factors that should be considered prior to acquire information systems, such as size of organization, size of in-house IT capability, end user experience etc.</a:t>
            </a:r>
          </a:p>
        </p:txBody>
      </p:sp>
    </p:spTree>
    <p:extLst>
      <p:ext uri="{BB962C8B-B14F-4D97-AF65-F5344CB8AC3E}">
        <p14:creationId xmlns:p14="http://schemas.microsoft.com/office/powerpoint/2010/main" val="8092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752600"/>
            <a:ext cx="623842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4352</TotalTime>
  <Words>770</Words>
  <Application>Microsoft Office PowerPoint</Application>
  <PresentationFormat>On-screen Show (4:3)</PresentationFormat>
  <Paragraphs>87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Tahoma</vt:lpstr>
      <vt:lpstr>Wingdings</vt:lpstr>
      <vt:lpstr>Office Theme</vt:lpstr>
      <vt:lpstr>INF 2202  IS Strategy, Management and Acquisition  Lecture #3   </vt:lpstr>
      <vt:lpstr>Introduction</vt:lpstr>
      <vt:lpstr>Types Of Information Systems</vt:lpstr>
      <vt:lpstr>Approaches In Developing And Acquiring Information Systems </vt:lpstr>
      <vt:lpstr>1- Buying The Applications  (Off-the-shelf Software)</vt:lpstr>
      <vt:lpstr>Advantages Of Off-the Shelf  Software</vt:lpstr>
      <vt:lpstr>2 - Building A Custom Application</vt:lpstr>
      <vt:lpstr>Choices in building  information system</vt:lpstr>
      <vt:lpstr>Building the information  system in-house</vt:lpstr>
      <vt:lpstr>The In-house….</vt:lpstr>
      <vt:lpstr>Building the information system  using outsource</vt:lpstr>
      <vt:lpstr>The Outsource……</vt:lpstr>
      <vt:lpstr>Conclusion</vt:lpstr>
      <vt:lpstr>PowerPoint Presentation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AliAbdulla</dc:creator>
  <cp:lastModifiedBy>Asus</cp:lastModifiedBy>
  <cp:revision>116</cp:revision>
  <dcterms:created xsi:type="dcterms:W3CDTF">2015-03-01T11:00:00Z</dcterms:created>
  <dcterms:modified xsi:type="dcterms:W3CDTF">2026-06-09T09:16:59Z</dcterms:modified>
</cp:coreProperties>
</file>