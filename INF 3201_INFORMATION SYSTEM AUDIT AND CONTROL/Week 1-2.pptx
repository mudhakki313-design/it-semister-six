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78"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12192000" cy="6858000"/>
  <p:notesSz cx="6858000" cy="9144000"/>
  <p:defaultText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29C41C-B509-43C7-9238-3A9D71F548FA}" v="4" dt="2024-04-04T08:23:08.9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6" d="100"/>
          <a:sy n="56" d="100"/>
        </p:scale>
        <p:origin x="1296"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ssein shaaban" userId="9dfb4fc279e24574" providerId="LiveId" clId="{6229C41C-B509-43C7-9238-3A9D71F548FA}"/>
    <pc:docChg chg="custSel addSld modSld">
      <pc:chgData name="hussein shaaban" userId="9dfb4fc279e24574" providerId="LiveId" clId="{6229C41C-B509-43C7-9238-3A9D71F548FA}" dt="2024-04-04T08:48:17.726" v="581"/>
      <pc:docMkLst>
        <pc:docMk/>
      </pc:docMkLst>
      <pc:sldChg chg="addSp delSp modSp new mod">
        <pc:chgData name="hussein shaaban" userId="9dfb4fc279e24574" providerId="LiveId" clId="{6229C41C-B509-43C7-9238-3A9D71F548FA}" dt="2024-03-29T14:04:43.619" v="159"/>
        <pc:sldMkLst>
          <pc:docMk/>
          <pc:sldMk cId="1111239426" sldId="258"/>
        </pc:sldMkLst>
        <pc:spChg chg="del mod">
          <ac:chgData name="hussein shaaban" userId="9dfb4fc279e24574" providerId="LiveId" clId="{6229C41C-B509-43C7-9238-3A9D71F548FA}" dt="2024-03-29T14:03:46.156" v="153" actId="478"/>
          <ac:spMkLst>
            <pc:docMk/>
            <pc:sldMk cId="1111239426" sldId="258"/>
            <ac:spMk id="2" creationId="{BE94AA6D-FF26-4EB9-7A1B-89FADAFE9375}"/>
          </ac:spMkLst>
        </pc:spChg>
        <pc:spChg chg="mod">
          <ac:chgData name="hussein shaaban" userId="9dfb4fc279e24574" providerId="LiveId" clId="{6229C41C-B509-43C7-9238-3A9D71F548FA}" dt="2024-03-29T14:04:43.619" v="159"/>
          <ac:spMkLst>
            <pc:docMk/>
            <pc:sldMk cId="1111239426" sldId="258"/>
            <ac:spMk id="3" creationId="{91463DE4-8AC9-AFD7-C308-10368D45A00E}"/>
          </ac:spMkLst>
        </pc:spChg>
        <pc:spChg chg="add del mod">
          <ac:chgData name="hussein shaaban" userId="9dfb4fc279e24574" providerId="LiveId" clId="{6229C41C-B509-43C7-9238-3A9D71F548FA}" dt="2024-03-29T14:03:49.593" v="154" actId="478"/>
          <ac:spMkLst>
            <pc:docMk/>
            <pc:sldMk cId="1111239426" sldId="258"/>
            <ac:spMk id="5" creationId="{4EBAA06E-C2A8-7B79-35A3-9AFCE4812C97}"/>
          </ac:spMkLst>
        </pc:spChg>
      </pc:sldChg>
      <pc:sldChg chg="addSp delSp modSp new mod">
        <pc:chgData name="hussein shaaban" userId="9dfb4fc279e24574" providerId="LiveId" clId="{6229C41C-B509-43C7-9238-3A9D71F548FA}" dt="2024-03-29T14:04:28.128" v="156" actId="27636"/>
        <pc:sldMkLst>
          <pc:docMk/>
          <pc:sldMk cId="2606977107" sldId="259"/>
        </pc:sldMkLst>
        <pc:spChg chg="del mod">
          <ac:chgData name="hussein shaaban" userId="9dfb4fc279e24574" providerId="LiveId" clId="{6229C41C-B509-43C7-9238-3A9D71F548FA}" dt="2024-03-29T12:36:02.892" v="16" actId="478"/>
          <ac:spMkLst>
            <pc:docMk/>
            <pc:sldMk cId="2606977107" sldId="259"/>
            <ac:spMk id="2" creationId="{B762A448-1C2E-9462-49A0-E6C04111AA08}"/>
          </ac:spMkLst>
        </pc:spChg>
        <pc:spChg chg="mod">
          <ac:chgData name="hussein shaaban" userId="9dfb4fc279e24574" providerId="LiveId" clId="{6229C41C-B509-43C7-9238-3A9D71F548FA}" dt="2024-03-29T14:04:28.128" v="156" actId="27636"/>
          <ac:spMkLst>
            <pc:docMk/>
            <pc:sldMk cId="2606977107" sldId="259"/>
            <ac:spMk id="3" creationId="{EB06ECB9-9215-8741-9194-CE96B6608EC4}"/>
          </ac:spMkLst>
        </pc:spChg>
        <pc:spChg chg="add del mod">
          <ac:chgData name="hussein shaaban" userId="9dfb4fc279e24574" providerId="LiveId" clId="{6229C41C-B509-43C7-9238-3A9D71F548FA}" dt="2024-03-29T12:36:09.276" v="17" actId="478"/>
          <ac:spMkLst>
            <pc:docMk/>
            <pc:sldMk cId="2606977107" sldId="259"/>
            <ac:spMk id="5" creationId="{8DCD4156-EC47-F3B6-6DF3-D4A2E30590C1}"/>
          </ac:spMkLst>
        </pc:spChg>
      </pc:sldChg>
      <pc:sldChg chg="delSp modSp new mod">
        <pc:chgData name="hussein shaaban" userId="9dfb4fc279e24574" providerId="LiveId" clId="{6229C41C-B509-43C7-9238-3A9D71F548FA}" dt="2024-03-29T12:39:32.850" v="29" actId="207"/>
        <pc:sldMkLst>
          <pc:docMk/>
          <pc:sldMk cId="1385998588" sldId="260"/>
        </pc:sldMkLst>
        <pc:spChg chg="del">
          <ac:chgData name="hussein shaaban" userId="9dfb4fc279e24574" providerId="LiveId" clId="{6229C41C-B509-43C7-9238-3A9D71F548FA}" dt="2024-03-29T12:38:44.771" v="24" actId="478"/>
          <ac:spMkLst>
            <pc:docMk/>
            <pc:sldMk cId="1385998588" sldId="260"/>
            <ac:spMk id="2" creationId="{934E26F1-C8DB-27ED-448F-7748CB4006B0}"/>
          </ac:spMkLst>
        </pc:spChg>
        <pc:spChg chg="mod">
          <ac:chgData name="hussein shaaban" userId="9dfb4fc279e24574" providerId="LiveId" clId="{6229C41C-B509-43C7-9238-3A9D71F548FA}" dt="2024-03-29T12:39:32.850" v="29" actId="207"/>
          <ac:spMkLst>
            <pc:docMk/>
            <pc:sldMk cId="1385998588" sldId="260"/>
            <ac:spMk id="3" creationId="{DB8F17F6-0255-64C5-C5F8-BA9C7F00227A}"/>
          </ac:spMkLst>
        </pc:spChg>
      </pc:sldChg>
      <pc:sldChg chg="modSp new mod">
        <pc:chgData name="hussein shaaban" userId="9dfb4fc279e24574" providerId="LiveId" clId="{6229C41C-B509-43C7-9238-3A9D71F548FA}" dt="2024-03-29T12:50:48.304" v="41" actId="27636"/>
        <pc:sldMkLst>
          <pc:docMk/>
          <pc:sldMk cId="1066117260" sldId="261"/>
        </pc:sldMkLst>
        <pc:spChg chg="mod">
          <ac:chgData name="hussein shaaban" userId="9dfb4fc279e24574" providerId="LiveId" clId="{6229C41C-B509-43C7-9238-3A9D71F548FA}" dt="2024-03-29T12:45:22.497" v="34" actId="255"/>
          <ac:spMkLst>
            <pc:docMk/>
            <pc:sldMk cId="1066117260" sldId="261"/>
            <ac:spMk id="2" creationId="{169B17E8-80E1-E90A-AA06-21131E5C18E0}"/>
          </ac:spMkLst>
        </pc:spChg>
        <pc:spChg chg="mod">
          <ac:chgData name="hussein shaaban" userId="9dfb4fc279e24574" providerId="LiveId" clId="{6229C41C-B509-43C7-9238-3A9D71F548FA}" dt="2024-03-29T12:50:48.304" v="41" actId="27636"/>
          <ac:spMkLst>
            <pc:docMk/>
            <pc:sldMk cId="1066117260" sldId="261"/>
            <ac:spMk id="3" creationId="{D7C4F0B8-E359-B9A2-648C-FDF2214CE562}"/>
          </ac:spMkLst>
        </pc:spChg>
      </pc:sldChg>
      <pc:sldChg chg="delSp modSp new mod">
        <pc:chgData name="hussein shaaban" userId="9dfb4fc279e24574" providerId="LiveId" clId="{6229C41C-B509-43C7-9238-3A9D71F548FA}" dt="2024-03-29T12:51:52.037" v="48" actId="14100"/>
        <pc:sldMkLst>
          <pc:docMk/>
          <pc:sldMk cId="824777149" sldId="262"/>
        </pc:sldMkLst>
        <pc:spChg chg="del">
          <ac:chgData name="hussein shaaban" userId="9dfb4fc279e24574" providerId="LiveId" clId="{6229C41C-B509-43C7-9238-3A9D71F548FA}" dt="2024-03-29T12:51:32.999" v="45" actId="478"/>
          <ac:spMkLst>
            <pc:docMk/>
            <pc:sldMk cId="824777149" sldId="262"/>
            <ac:spMk id="2" creationId="{A6009F18-44B9-FB96-0861-55C5756961E8}"/>
          </ac:spMkLst>
        </pc:spChg>
        <pc:spChg chg="mod">
          <ac:chgData name="hussein shaaban" userId="9dfb4fc279e24574" providerId="LiveId" clId="{6229C41C-B509-43C7-9238-3A9D71F548FA}" dt="2024-03-29T12:51:52.037" v="48" actId="14100"/>
          <ac:spMkLst>
            <pc:docMk/>
            <pc:sldMk cId="824777149" sldId="262"/>
            <ac:spMk id="3" creationId="{2138F4A1-7CB0-D1BA-1A21-706A972A38C7}"/>
          </ac:spMkLst>
        </pc:spChg>
      </pc:sldChg>
      <pc:sldChg chg="delSp modSp new mod">
        <pc:chgData name="hussein shaaban" userId="9dfb4fc279e24574" providerId="LiveId" clId="{6229C41C-B509-43C7-9238-3A9D71F548FA}" dt="2024-03-29T12:53:48.755" v="56" actId="27636"/>
        <pc:sldMkLst>
          <pc:docMk/>
          <pc:sldMk cId="3450754713" sldId="263"/>
        </pc:sldMkLst>
        <pc:spChg chg="del">
          <ac:chgData name="hussein shaaban" userId="9dfb4fc279e24574" providerId="LiveId" clId="{6229C41C-B509-43C7-9238-3A9D71F548FA}" dt="2024-03-29T12:53:05.138" v="51" actId="478"/>
          <ac:spMkLst>
            <pc:docMk/>
            <pc:sldMk cId="3450754713" sldId="263"/>
            <ac:spMk id="2" creationId="{C04625DE-6B92-83D1-B699-2C4D92257ED5}"/>
          </ac:spMkLst>
        </pc:spChg>
        <pc:spChg chg="mod">
          <ac:chgData name="hussein shaaban" userId="9dfb4fc279e24574" providerId="LiveId" clId="{6229C41C-B509-43C7-9238-3A9D71F548FA}" dt="2024-03-29T12:53:48.755" v="56" actId="27636"/>
          <ac:spMkLst>
            <pc:docMk/>
            <pc:sldMk cId="3450754713" sldId="263"/>
            <ac:spMk id="3" creationId="{D728AA46-F3FA-A7B9-D129-D6EE0A435F98}"/>
          </ac:spMkLst>
        </pc:spChg>
      </pc:sldChg>
      <pc:sldChg chg="delSp modSp new mod">
        <pc:chgData name="hussein shaaban" userId="9dfb4fc279e24574" providerId="LiveId" clId="{6229C41C-B509-43C7-9238-3A9D71F548FA}" dt="2024-03-29T12:54:34.769" v="62" actId="27636"/>
        <pc:sldMkLst>
          <pc:docMk/>
          <pc:sldMk cId="530939147" sldId="264"/>
        </pc:sldMkLst>
        <pc:spChg chg="del">
          <ac:chgData name="hussein shaaban" userId="9dfb4fc279e24574" providerId="LiveId" clId="{6229C41C-B509-43C7-9238-3A9D71F548FA}" dt="2024-03-29T12:54:27.465" v="60" actId="478"/>
          <ac:spMkLst>
            <pc:docMk/>
            <pc:sldMk cId="530939147" sldId="264"/>
            <ac:spMk id="2" creationId="{C9902AEC-3B2C-81D7-4B29-A721D1BADF51}"/>
          </ac:spMkLst>
        </pc:spChg>
        <pc:spChg chg="mod">
          <ac:chgData name="hussein shaaban" userId="9dfb4fc279e24574" providerId="LiveId" clId="{6229C41C-B509-43C7-9238-3A9D71F548FA}" dt="2024-03-29T12:54:34.769" v="62" actId="27636"/>
          <ac:spMkLst>
            <pc:docMk/>
            <pc:sldMk cId="530939147" sldId="264"/>
            <ac:spMk id="3" creationId="{37905057-F07C-7BC6-64AB-6363DF92802C}"/>
          </ac:spMkLst>
        </pc:spChg>
      </pc:sldChg>
      <pc:sldChg chg="delSp modSp new mod">
        <pc:chgData name="hussein shaaban" userId="9dfb4fc279e24574" providerId="LiveId" clId="{6229C41C-B509-43C7-9238-3A9D71F548FA}" dt="2024-03-29T12:55:28.940" v="68" actId="27636"/>
        <pc:sldMkLst>
          <pc:docMk/>
          <pc:sldMk cId="1595483847" sldId="265"/>
        </pc:sldMkLst>
        <pc:spChg chg="del">
          <ac:chgData name="hussein shaaban" userId="9dfb4fc279e24574" providerId="LiveId" clId="{6229C41C-B509-43C7-9238-3A9D71F548FA}" dt="2024-03-29T12:55:21.904" v="66" actId="478"/>
          <ac:spMkLst>
            <pc:docMk/>
            <pc:sldMk cId="1595483847" sldId="265"/>
            <ac:spMk id="2" creationId="{C0EFBDBC-D1BC-3DB6-2F34-E19DBD86C22C}"/>
          </ac:spMkLst>
        </pc:spChg>
        <pc:spChg chg="mod">
          <ac:chgData name="hussein shaaban" userId="9dfb4fc279e24574" providerId="LiveId" clId="{6229C41C-B509-43C7-9238-3A9D71F548FA}" dt="2024-03-29T12:55:28.940" v="68" actId="27636"/>
          <ac:spMkLst>
            <pc:docMk/>
            <pc:sldMk cId="1595483847" sldId="265"/>
            <ac:spMk id="3" creationId="{BA77CEDC-9B57-B321-9DA4-D75F06169270}"/>
          </ac:spMkLst>
        </pc:spChg>
      </pc:sldChg>
      <pc:sldChg chg="delSp modSp new mod">
        <pc:chgData name="hussein shaaban" userId="9dfb4fc279e24574" providerId="LiveId" clId="{6229C41C-B509-43C7-9238-3A9D71F548FA}" dt="2024-03-29T13:03:39.992" v="74" actId="27636"/>
        <pc:sldMkLst>
          <pc:docMk/>
          <pc:sldMk cId="1748461120" sldId="266"/>
        </pc:sldMkLst>
        <pc:spChg chg="del">
          <ac:chgData name="hussein shaaban" userId="9dfb4fc279e24574" providerId="LiveId" clId="{6229C41C-B509-43C7-9238-3A9D71F548FA}" dt="2024-03-29T13:03:33.587" v="72" actId="478"/>
          <ac:spMkLst>
            <pc:docMk/>
            <pc:sldMk cId="1748461120" sldId="266"/>
            <ac:spMk id="2" creationId="{2C4AD410-47A9-2CAC-6B9B-6BB50E05F360}"/>
          </ac:spMkLst>
        </pc:spChg>
        <pc:spChg chg="mod">
          <ac:chgData name="hussein shaaban" userId="9dfb4fc279e24574" providerId="LiveId" clId="{6229C41C-B509-43C7-9238-3A9D71F548FA}" dt="2024-03-29T13:03:39.992" v="74" actId="27636"/>
          <ac:spMkLst>
            <pc:docMk/>
            <pc:sldMk cId="1748461120" sldId="266"/>
            <ac:spMk id="3" creationId="{50F8FA2B-7097-BBED-8B2E-C3AE41B2C1DC}"/>
          </ac:spMkLst>
        </pc:spChg>
      </pc:sldChg>
      <pc:sldChg chg="delSp modSp new mod">
        <pc:chgData name="hussein shaaban" userId="9dfb4fc279e24574" providerId="LiveId" clId="{6229C41C-B509-43C7-9238-3A9D71F548FA}" dt="2024-03-29T13:05:33.931" v="83" actId="14100"/>
        <pc:sldMkLst>
          <pc:docMk/>
          <pc:sldMk cId="1188924256" sldId="267"/>
        </pc:sldMkLst>
        <pc:spChg chg="del">
          <ac:chgData name="hussein shaaban" userId="9dfb4fc279e24574" providerId="LiveId" clId="{6229C41C-B509-43C7-9238-3A9D71F548FA}" dt="2024-03-29T13:04:57.235" v="78" actId="478"/>
          <ac:spMkLst>
            <pc:docMk/>
            <pc:sldMk cId="1188924256" sldId="267"/>
            <ac:spMk id="2" creationId="{31485894-7FDC-590E-C09A-67B4FDCFB779}"/>
          </ac:spMkLst>
        </pc:spChg>
        <pc:spChg chg="mod">
          <ac:chgData name="hussein shaaban" userId="9dfb4fc279e24574" providerId="LiveId" clId="{6229C41C-B509-43C7-9238-3A9D71F548FA}" dt="2024-03-29T13:05:33.931" v="83" actId="14100"/>
          <ac:spMkLst>
            <pc:docMk/>
            <pc:sldMk cId="1188924256" sldId="267"/>
            <ac:spMk id="3" creationId="{6110B70B-EAF0-4595-C0F7-E607D7A85C8B}"/>
          </ac:spMkLst>
        </pc:spChg>
      </pc:sldChg>
      <pc:sldChg chg="delSp modSp new mod">
        <pc:chgData name="hussein shaaban" userId="9dfb4fc279e24574" providerId="LiveId" clId="{6229C41C-B509-43C7-9238-3A9D71F548FA}" dt="2024-03-29T13:45:21.064" v="90" actId="20577"/>
        <pc:sldMkLst>
          <pc:docMk/>
          <pc:sldMk cId="676188932" sldId="268"/>
        </pc:sldMkLst>
        <pc:spChg chg="del">
          <ac:chgData name="hussein shaaban" userId="9dfb4fc279e24574" providerId="LiveId" clId="{6229C41C-B509-43C7-9238-3A9D71F548FA}" dt="2024-03-29T13:06:06.655" v="87" actId="478"/>
          <ac:spMkLst>
            <pc:docMk/>
            <pc:sldMk cId="676188932" sldId="268"/>
            <ac:spMk id="2" creationId="{0E7C927D-6C31-9E00-2EED-31524C134892}"/>
          </ac:spMkLst>
        </pc:spChg>
        <pc:spChg chg="mod">
          <ac:chgData name="hussein shaaban" userId="9dfb4fc279e24574" providerId="LiveId" clId="{6229C41C-B509-43C7-9238-3A9D71F548FA}" dt="2024-03-29T13:45:21.064" v="90" actId="20577"/>
          <ac:spMkLst>
            <pc:docMk/>
            <pc:sldMk cId="676188932" sldId="268"/>
            <ac:spMk id="3" creationId="{E7522C32-6805-0AB0-6E79-2A6F965D76CE}"/>
          </ac:spMkLst>
        </pc:spChg>
      </pc:sldChg>
      <pc:sldChg chg="delSp modSp new mod">
        <pc:chgData name="hussein shaaban" userId="9dfb4fc279e24574" providerId="LiveId" clId="{6229C41C-B509-43C7-9238-3A9D71F548FA}" dt="2024-03-29T13:46:34.218" v="100" actId="20577"/>
        <pc:sldMkLst>
          <pc:docMk/>
          <pc:sldMk cId="3853505069" sldId="269"/>
        </pc:sldMkLst>
        <pc:spChg chg="del">
          <ac:chgData name="hussein shaaban" userId="9dfb4fc279e24574" providerId="LiveId" clId="{6229C41C-B509-43C7-9238-3A9D71F548FA}" dt="2024-03-29T13:46:08.388" v="94" actId="478"/>
          <ac:spMkLst>
            <pc:docMk/>
            <pc:sldMk cId="3853505069" sldId="269"/>
            <ac:spMk id="2" creationId="{6835BEBE-665A-7B1E-0870-EA324BFA605E}"/>
          </ac:spMkLst>
        </pc:spChg>
        <pc:spChg chg="mod">
          <ac:chgData name="hussein shaaban" userId="9dfb4fc279e24574" providerId="LiveId" clId="{6229C41C-B509-43C7-9238-3A9D71F548FA}" dt="2024-03-29T13:46:34.218" v="100" actId="20577"/>
          <ac:spMkLst>
            <pc:docMk/>
            <pc:sldMk cId="3853505069" sldId="269"/>
            <ac:spMk id="3" creationId="{781F91FF-F394-AB35-D8D8-E8D052F8CA50}"/>
          </ac:spMkLst>
        </pc:spChg>
      </pc:sldChg>
      <pc:sldChg chg="delSp modSp new mod">
        <pc:chgData name="hussein shaaban" userId="9dfb4fc279e24574" providerId="LiveId" clId="{6229C41C-B509-43C7-9238-3A9D71F548FA}" dt="2024-03-29T13:47:53.265" v="107" actId="20577"/>
        <pc:sldMkLst>
          <pc:docMk/>
          <pc:sldMk cId="2145132210" sldId="270"/>
        </pc:sldMkLst>
        <pc:spChg chg="del">
          <ac:chgData name="hussein shaaban" userId="9dfb4fc279e24574" providerId="LiveId" clId="{6229C41C-B509-43C7-9238-3A9D71F548FA}" dt="2024-03-29T13:47:35.752" v="104" actId="478"/>
          <ac:spMkLst>
            <pc:docMk/>
            <pc:sldMk cId="2145132210" sldId="270"/>
            <ac:spMk id="2" creationId="{4278A428-6347-0283-56E2-34BFC1932097}"/>
          </ac:spMkLst>
        </pc:spChg>
        <pc:spChg chg="mod">
          <ac:chgData name="hussein shaaban" userId="9dfb4fc279e24574" providerId="LiveId" clId="{6229C41C-B509-43C7-9238-3A9D71F548FA}" dt="2024-03-29T13:47:53.265" v="107" actId="20577"/>
          <ac:spMkLst>
            <pc:docMk/>
            <pc:sldMk cId="2145132210" sldId="270"/>
            <ac:spMk id="3" creationId="{BFB49A78-D38D-3D5E-A495-62CAD0078334}"/>
          </ac:spMkLst>
        </pc:spChg>
      </pc:sldChg>
      <pc:sldChg chg="delSp modSp new mod">
        <pc:chgData name="hussein shaaban" userId="9dfb4fc279e24574" providerId="LiveId" clId="{6229C41C-B509-43C7-9238-3A9D71F548FA}" dt="2024-03-29T13:48:42.651" v="112" actId="20577"/>
        <pc:sldMkLst>
          <pc:docMk/>
          <pc:sldMk cId="4253292122" sldId="271"/>
        </pc:sldMkLst>
        <pc:spChg chg="del">
          <ac:chgData name="hussein shaaban" userId="9dfb4fc279e24574" providerId="LiveId" clId="{6229C41C-B509-43C7-9238-3A9D71F548FA}" dt="2024-03-29T13:48:28.805" v="110" actId="478"/>
          <ac:spMkLst>
            <pc:docMk/>
            <pc:sldMk cId="4253292122" sldId="271"/>
            <ac:spMk id="2" creationId="{11935E55-23A9-6C00-5209-CEEF49E80F51}"/>
          </ac:spMkLst>
        </pc:spChg>
        <pc:spChg chg="mod">
          <ac:chgData name="hussein shaaban" userId="9dfb4fc279e24574" providerId="LiveId" clId="{6229C41C-B509-43C7-9238-3A9D71F548FA}" dt="2024-03-29T13:48:42.651" v="112" actId="20577"/>
          <ac:spMkLst>
            <pc:docMk/>
            <pc:sldMk cId="4253292122" sldId="271"/>
            <ac:spMk id="3" creationId="{A18C163B-12F1-22D0-D29B-4F1482261DD1}"/>
          </ac:spMkLst>
        </pc:spChg>
      </pc:sldChg>
      <pc:sldChg chg="delSp modSp new mod">
        <pc:chgData name="hussein shaaban" userId="9dfb4fc279e24574" providerId="LiveId" clId="{6229C41C-B509-43C7-9238-3A9D71F548FA}" dt="2024-03-29T13:50:23.881" v="118" actId="20577"/>
        <pc:sldMkLst>
          <pc:docMk/>
          <pc:sldMk cId="2717712316" sldId="272"/>
        </pc:sldMkLst>
        <pc:spChg chg="del">
          <ac:chgData name="hussein shaaban" userId="9dfb4fc279e24574" providerId="LiveId" clId="{6229C41C-B509-43C7-9238-3A9D71F548FA}" dt="2024-03-29T13:49:56.346" v="115" actId="478"/>
          <ac:spMkLst>
            <pc:docMk/>
            <pc:sldMk cId="2717712316" sldId="272"/>
            <ac:spMk id="2" creationId="{3F498B04-0C3B-7831-EA5A-BA61032FFA7A}"/>
          </ac:spMkLst>
        </pc:spChg>
        <pc:spChg chg="mod">
          <ac:chgData name="hussein shaaban" userId="9dfb4fc279e24574" providerId="LiveId" clId="{6229C41C-B509-43C7-9238-3A9D71F548FA}" dt="2024-03-29T13:50:23.881" v="118" actId="20577"/>
          <ac:spMkLst>
            <pc:docMk/>
            <pc:sldMk cId="2717712316" sldId="272"/>
            <ac:spMk id="3" creationId="{E7EEF4A4-5EAA-CF1F-C563-88983FBD03A5}"/>
          </ac:spMkLst>
        </pc:spChg>
      </pc:sldChg>
      <pc:sldChg chg="delSp modSp new mod">
        <pc:chgData name="hussein shaaban" userId="9dfb4fc279e24574" providerId="LiveId" clId="{6229C41C-B509-43C7-9238-3A9D71F548FA}" dt="2024-03-29T13:51:43.591" v="129" actId="20577"/>
        <pc:sldMkLst>
          <pc:docMk/>
          <pc:sldMk cId="1147382987" sldId="273"/>
        </pc:sldMkLst>
        <pc:spChg chg="del">
          <ac:chgData name="hussein shaaban" userId="9dfb4fc279e24574" providerId="LiveId" clId="{6229C41C-B509-43C7-9238-3A9D71F548FA}" dt="2024-03-29T13:51:09.036" v="122" actId="478"/>
          <ac:spMkLst>
            <pc:docMk/>
            <pc:sldMk cId="1147382987" sldId="273"/>
            <ac:spMk id="2" creationId="{5B17D077-E467-7462-B5BB-85667ECA414B}"/>
          </ac:spMkLst>
        </pc:spChg>
        <pc:spChg chg="mod">
          <ac:chgData name="hussein shaaban" userId="9dfb4fc279e24574" providerId="LiveId" clId="{6229C41C-B509-43C7-9238-3A9D71F548FA}" dt="2024-03-29T13:51:43.591" v="129" actId="20577"/>
          <ac:spMkLst>
            <pc:docMk/>
            <pc:sldMk cId="1147382987" sldId="273"/>
            <ac:spMk id="3" creationId="{3800B322-CDA9-5A24-1190-6CC50B072DD9}"/>
          </ac:spMkLst>
        </pc:spChg>
      </pc:sldChg>
      <pc:sldChg chg="delSp modSp new mod">
        <pc:chgData name="hussein shaaban" userId="9dfb4fc279e24574" providerId="LiveId" clId="{6229C41C-B509-43C7-9238-3A9D71F548FA}" dt="2024-03-29T13:52:40.858" v="137" actId="27636"/>
        <pc:sldMkLst>
          <pc:docMk/>
          <pc:sldMk cId="1550848352" sldId="274"/>
        </pc:sldMkLst>
        <pc:spChg chg="del">
          <ac:chgData name="hussein shaaban" userId="9dfb4fc279e24574" providerId="LiveId" clId="{6229C41C-B509-43C7-9238-3A9D71F548FA}" dt="2024-03-29T13:52:27.135" v="133" actId="478"/>
          <ac:spMkLst>
            <pc:docMk/>
            <pc:sldMk cId="1550848352" sldId="274"/>
            <ac:spMk id="2" creationId="{4DB53537-5B94-E61E-1BAD-D93E95A9F799}"/>
          </ac:spMkLst>
        </pc:spChg>
        <pc:spChg chg="mod">
          <ac:chgData name="hussein shaaban" userId="9dfb4fc279e24574" providerId="LiveId" clId="{6229C41C-B509-43C7-9238-3A9D71F548FA}" dt="2024-03-29T13:52:40.858" v="137" actId="27636"/>
          <ac:spMkLst>
            <pc:docMk/>
            <pc:sldMk cId="1550848352" sldId="274"/>
            <ac:spMk id="3" creationId="{95C82006-D150-C258-2CFF-DEE84A872D84}"/>
          </ac:spMkLst>
        </pc:spChg>
      </pc:sldChg>
      <pc:sldChg chg="delSp modSp new mod">
        <pc:chgData name="hussein shaaban" userId="9dfb4fc279e24574" providerId="LiveId" clId="{6229C41C-B509-43C7-9238-3A9D71F548FA}" dt="2024-03-29T13:53:31.244" v="143" actId="27636"/>
        <pc:sldMkLst>
          <pc:docMk/>
          <pc:sldMk cId="3309228121" sldId="275"/>
        </pc:sldMkLst>
        <pc:spChg chg="del">
          <ac:chgData name="hussein shaaban" userId="9dfb4fc279e24574" providerId="LiveId" clId="{6229C41C-B509-43C7-9238-3A9D71F548FA}" dt="2024-03-29T13:53:26.293" v="141" actId="478"/>
          <ac:spMkLst>
            <pc:docMk/>
            <pc:sldMk cId="3309228121" sldId="275"/>
            <ac:spMk id="2" creationId="{DF7B9690-5385-5238-8FBD-9D8DDDC4D78A}"/>
          </ac:spMkLst>
        </pc:spChg>
        <pc:spChg chg="mod">
          <ac:chgData name="hussein shaaban" userId="9dfb4fc279e24574" providerId="LiveId" clId="{6229C41C-B509-43C7-9238-3A9D71F548FA}" dt="2024-03-29T13:53:31.244" v="143" actId="27636"/>
          <ac:spMkLst>
            <pc:docMk/>
            <pc:sldMk cId="3309228121" sldId="275"/>
            <ac:spMk id="3" creationId="{D5989AE9-E0F8-10DD-BCE8-114942954D0C}"/>
          </ac:spMkLst>
        </pc:spChg>
      </pc:sldChg>
      <pc:sldChg chg="delSp modSp new mod">
        <pc:chgData name="hussein shaaban" userId="9dfb4fc279e24574" providerId="LiveId" clId="{6229C41C-B509-43C7-9238-3A9D71F548FA}" dt="2024-03-29T13:54:16.847" v="149" actId="27636"/>
        <pc:sldMkLst>
          <pc:docMk/>
          <pc:sldMk cId="4120016909" sldId="276"/>
        </pc:sldMkLst>
        <pc:spChg chg="del">
          <ac:chgData name="hussein shaaban" userId="9dfb4fc279e24574" providerId="LiveId" clId="{6229C41C-B509-43C7-9238-3A9D71F548FA}" dt="2024-03-29T13:54:11.717" v="147" actId="478"/>
          <ac:spMkLst>
            <pc:docMk/>
            <pc:sldMk cId="4120016909" sldId="276"/>
            <ac:spMk id="2" creationId="{BFB3CB81-760C-5C19-8933-30DAEA8DDFE0}"/>
          </ac:spMkLst>
        </pc:spChg>
        <pc:spChg chg="mod">
          <ac:chgData name="hussein shaaban" userId="9dfb4fc279e24574" providerId="LiveId" clId="{6229C41C-B509-43C7-9238-3A9D71F548FA}" dt="2024-03-29T13:54:16.847" v="149" actId="27636"/>
          <ac:spMkLst>
            <pc:docMk/>
            <pc:sldMk cId="4120016909" sldId="276"/>
            <ac:spMk id="3" creationId="{93485202-C1D7-2DE6-1A2D-389674D6B455}"/>
          </ac:spMkLst>
        </pc:spChg>
      </pc:sldChg>
      <pc:sldChg chg="modSp new mod">
        <pc:chgData name="hussein shaaban" userId="9dfb4fc279e24574" providerId="LiveId" clId="{6229C41C-B509-43C7-9238-3A9D71F548FA}" dt="2024-03-29T14:19:07.498" v="176" actId="255"/>
        <pc:sldMkLst>
          <pc:docMk/>
          <pc:sldMk cId="618712597" sldId="277"/>
        </pc:sldMkLst>
        <pc:spChg chg="mod">
          <ac:chgData name="hussein shaaban" userId="9dfb4fc279e24574" providerId="LiveId" clId="{6229C41C-B509-43C7-9238-3A9D71F548FA}" dt="2024-03-29T14:18:55.453" v="174" actId="14100"/>
          <ac:spMkLst>
            <pc:docMk/>
            <pc:sldMk cId="618712597" sldId="277"/>
            <ac:spMk id="2" creationId="{ACC2CFC8-2171-40C0-8A69-CC6718879228}"/>
          </ac:spMkLst>
        </pc:spChg>
        <pc:spChg chg="mod">
          <ac:chgData name="hussein shaaban" userId="9dfb4fc279e24574" providerId="LiveId" clId="{6229C41C-B509-43C7-9238-3A9D71F548FA}" dt="2024-03-29T14:19:07.498" v="176" actId="255"/>
          <ac:spMkLst>
            <pc:docMk/>
            <pc:sldMk cId="618712597" sldId="277"/>
            <ac:spMk id="3" creationId="{06193453-B5D1-B111-17B6-98B7228AC713}"/>
          </ac:spMkLst>
        </pc:spChg>
      </pc:sldChg>
      <pc:sldChg chg="delSp modSp new mod">
        <pc:chgData name="hussein shaaban" userId="9dfb4fc279e24574" providerId="LiveId" clId="{6229C41C-B509-43C7-9238-3A9D71F548FA}" dt="2024-03-29T14:21:08.919" v="191" actId="255"/>
        <pc:sldMkLst>
          <pc:docMk/>
          <pc:sldMk cId="3689471776" sldId="278"/>
        </pc:sldMkLst>
        <pc:spChg chg="del">
          <ac:chgData name="hussein shaaban" userId="9dfb4fc279e24574" providerId="LiveId" clId="{6229C41C-B509-43C7-9238-3A9D71F548FA}" dt="2024-03-29T14:20:58.098" v="189" actId="478"/>
          <ac:spMkLst>
            <pc:docMk/>
            <pc:sldMk cId="3689471776" sldId="278"/>
            <ac:spMk id="2" creationId="{5DABB2AC-8D70-2740-FFBE-9E1DB2D18C1C}"/>
          </ac:spMkLst>
        </pc:spChg>
        <pc:spChg chg="mod">
          <ac:chgData name="hussein shaaban" userId="9dfb4fc279e24574" providerId="LiveId" clId="{6229C41C-B509-43C7-9238-3A9D71F548FA}" dt="2024-03-29T14:21:08.919" v="191" actId="255"/>
          <ac:spMkLst>
            <pc:docMk/>
            <pc:sldMk cId="3689471776" sldId="278"/>
            <ac:spMk id="3" creationId="{165A924A-71A3-A87D-8D87-F16786C30B38}"/>
          </ac:spMkLst>
        </pc:spChg>
      </pc:sldChg>
      <pc:sldChg chg="delSp modSp new mod">
        <pc:chgData name="hussein shaaban" userId="9dfb4fc279e24574" providerId="LiveId" clId="{6229C41C-B509-43C7-9238-3A9D71F548FA}" dt="2024-03-29T14:20:45.796" v="188" actId="20577"/>
        <pc:sldMkLst>
          <pc:docMk/>
          <pc:sldMk cId="2951820143" sldId="279"/>
        </pc:sldMkLst>
        <pc:spChg chg="del">
          <ac:chgData name="hussein shaaban" userId="9dfb4fc279e24574" providerId="LiveId" clId="{6229C41C-B509-43C7-9238-3A9D71F548FA}" dt="2024-03-29T14:18:20.668" v="170" actId="478"/>
          <ac:spMkLst>
            <pc:docMk/>
            <pc:sldMk cId="2951820143" sldId="279"/>
            <ac:spMk id="2" creationId="{2D4E8619-ED3D-990D-E86E-A396AF7D2D06}"/>
          </ac:spMkLst>
        </pc:spChg>
        <pc:spChg chg="mod">
          <ac:chgData name="hussein shaaban" userId="9dfb4fc279e24574" providerId="LiveId" clId="{6229C41C-B509-43C7-9238-3A9D71F548FA}" dt="2024-03-29T14:20:45.796" v="188" actId="20577"/>
          <ac:spMkLst>
            <pc:docMk/>
            <pc:sldMk cId="2951820143" sldId="279"/>
            <ac:spMk id="3" creationId="{5D45C9EA-6670-8B5F-414C-901211ADDB7F}"/>
          </ac:spMkLst>
        </pc:spChg>
      </pc:sldChg>
      <pc:sldChg chg="modSp new mod">
        <pc:chgData name="hussein shaaban" userId="9dfb4fc279e24574" providerId="LiveId" clId="{6229C41C-B509-43C7-9238-3A9D71F548FA}" dt="2024-03-29T15:05:28.562" v="205" actId="20577"/>
        <pc:sldMkLst>
          <pc:docMk/>
          <pc:sldMk cId="3120842165" sldId="280"/>
        </pc:sldMkLst>
        <pc:spChg chg="mod">
          <ac:chgData name="hussein shaaban" userId="9dfb4fc279e24574" providerId="LiveId" clId="{6229C41C-B509-43C7-9238-3A9D71F548FA}" dt="2024-03-29T14:22:09.898" v="197" actId="27636"/>
          <ac:spMkLst>
            <pc:docMk/>
            <pc:sldMk cId="3120842165" sldId="280"/>
            <ac:spMk id="2" creationId="{0BE0124E-D8C9-421D-ADB2-3B800D37C77D}"/>
          </ac:spMkLst>
        </pc:spChg>
        <pc:spChg chg="mod">
          <ac:chgData name="hussein shaaban" userId="9dfb4fc279e24574" providerId="LiveId" clId="{6229C41C-B509-43C7-9238-3A9D71F548FA}" dt="2024-03-29T15:05:28.562" v="205" actId="20577"/>
          <ac:spMkLst>
            <pc:docMk/>
            <pc:sldMk cId="3120842165" sldId="280"/>
            <ac:spMk id="3" creationId="{B54FCD63-7C82-6861-89D4-A3F189FB2440}"/>
          </ac:spMkLst>
        </pc:spChg>
      </pc:sldChg>
      <pc:sldChg chg="delSp modSp new mod">
        <pc:chgData name="hussein shaaban" userId="9dfb4fc279e24574" providerId="LiveId" clId="{6229C41C-B509-43C7-9238-3A9D71F548FA}" dt="2024-03-29T15:06:31.211" v="213" actId="27636"/>
        <pc:sldMkLst>
          <pc:docMk/>
          <pc:sldMk cId="450180395" sldId="281"/>
        </pc:sldMkLst>
        <pc:spChg chg="del">
          <ac:chgData name="hussein shaaban" userId="9dfb4fc279e24574" providerId="LiveId" clId="{6229C41C-B509-43C7-9238-3A9D71F548FA}" dt="2024-03-29T15:06:19.113" v="209" actId="478"/>
          <ac:spMkLst>
            <pc:docMk/>
            <pc:sldMk cId="450180395" sldId="281"/>
            <ac:spMk id="2" creationId="{0A16EC56-0418-D623-C416-130CB5CBEE68}"/>
          </ac:spMkLst>
        </pc:spChg>
        <pc:spChg chg="mod">
          <ac:chgData name="hussein shaaban" userId="9dfb4fc279e24574" providerId="LiveId" clId="{6229C41C-B509-43C7-9238-3A9D71F548FA}" dt="2024-03-29T15:06:31.211" v="213" actId="27636"/>
          <ac:spMkLst>
            <pc:docMk/>
            <pc:sldMk cId="450180395" sldId="281"/>
            <ac:spMk id="3" creationId="{DC59E196-EB45-BF53-910D-5BB33AF7D2C9}"/>
          </ac:spMkLst>
        </pc:spChg>
      </pc:sldChg>
      <pc:sldChg chg="delSp modSp new mod">
        <pc:chgData name="hussein shaaban" userId="9dfb4fc279e24574" providerId="LiveId" clId="{6229C41C-B509-43C7-9238-3A9D71F548FA}" dt="2024-03-29T15:07:37.599" v="220" actId="20577"/>
        <pc:sldMkLst>
          <pc:docMk/>
          <pc:sldMk cId="533785185" sldId="282"/>
        </pc:sldMkLst>
        <pc:spChg chg="del">
          <ac:chgData name="hussein shaaban" userId="9dfb4fc279e24574" providerId="LiveId" clId="{6229C41C-B509-43C7-9238-3A9D71F548FA}" dt="2024-03-29T15:07:21.766" v="217" actId="478"/>
          <ac:spMkLst>
            <pc:docMk/>
            <pc:sldMk cId="533785185" sldId="282"/>
            <ac:spMk id="2" creationId="{DEA2E81F-43DD-81F3-17F3-402E6CB7EE8D}"/>
          </ac:spMkLst>
        </pc:spChg>
        <pc:spChg chg="mod">
          <ac:chgData name="hussein shaaban" userId="9dfb4fc279e24574" providerId="LiveId" clId="{6229C41C-B509-43C7-9238-3A9D71F548FA}" dt="2024-03-29T15:07:37.599" v="220" actId="20577"/>
          <ac:spMkLst>
            <pc:docMk/>
            <pc:sldMk cId="533785185" sldId="282"/>
            <ac:spMk id="3" creationId="{55F45BF2-983A-E7C9-F5FD-D08BFB5FF4F2}"/>
          </ac:spMkLst>
        </pc:spChg>
      </pc:sldChg>
      <pc:sldChg chg="delSp modSp new mod">
        <pc:chgData name="hussein shaaban" userId="9dfb4fc279e24574" providerId="LiveId" clId="{6229C41C-B509-43C7-9238-3A9D71F548FA}" dt="2024-03-29T15:08:41.760" v="229" actId="20577"/>
        <pc:sldMkLst>
          <pc:docMk/>
          <pc:sldMk cId="3662062256" sldId="283"/>
        </pc:sldMkLst>
        <pc:spChg chg="del">
          <ac:chgData name="hussein shaaban" userId="9dfb4fc279e24574" providerId="LiveId" clId="{6229C41C-B509-43C7-9238-3A9D71F548FA}" dt="2024-03-29T15:08:12.780" v="224" actId="478"/>
          <ac:spMkLst>
            <pc:docMk/>
            <pc:sldMk cId="3662062256" sldId="283"/>
            <ac:spMk id="2" creationId="{70EA37A8-BB8B-A611-AAEE-FF8F9E08AAAC}"/>
          </ac:spMkLst>
        </pc:spChg>
        <pc:spChg chg="mod">
          <ac:chgData name="hussein shaaban" userId="9dfb4fc279e24574" providerId="LiveId" clId="{6229C41C-B509-43C7-9238-3A9D71F548FA}" dt="2024-03-29T15:08:41.760" v="229" actId="20577"/>
          <ac:spMkLst>
            <pc:docMk/>
            <pc:sldMk cId="3662062256" sldId="283"/>
            <ac:spMk id="3" creationId="{C96C77E5-A740-1ADA-4848-0C3A26BBFE3D}"/>
          </ac:spMkLst>
        </pc:spChg>
      </pc:sldChg>
      <pc:sldChg chg="delSp modSp new mod">
        <pc:chgData name="hussein shaaban" userId="9dfb4fc279e24574" providerId="LiveId" clId="{6229C41C-B509-43C7-9238-3A9D71F548FA}" dt="2024-03-29T15:09:55.247" v="239" actId="255"/>
        <pc:sldMkLst>
          <pc:docMk/>
          <pc:sldMk cId="3839478804" sldId="284"/>
        </pc:sldMkLst>
        <pc:spChg chg="del">
          <ac:chgData name="hussein shaaban" userId="9dfb4fc279e24574" providerId="LiveId" clId="{6229C41C-B509-43C7-9238-3A9D71F548FA}" dt="2024-03-29T15:09:17.405" v="233" actId="478"/>
          <ac:spMkLst>
            <pc:docMk/>
            <pc:sldMk cId="3839478804" sldId="284"/>
            <ac:spMk id="2" creationId="{ED443C38-B2B2-F787-ED9F-EC9811EA2716}"/>
          </ac:spMkLst>
        </pc:spChg>
        <pc:spChg chg="mod">
          <ac:chgData name="hussein shaaban" userId="9dfb4fc279e24574" providerId="LiveId" clId="{6229C41C-B509-43C7-9238-3A9D71F548FA}" dt="2024-03-29T15:09:55.247" v="239" actId="255"/>
          <ac:spMkLst>
            <pc:docMk/>
            <pc:sldMk cId="3839478804" sldId="284"/>
            <ac:spMk id="3" creationId="{BDD3D96B-C0F3-C2D6-3889-FF61842A07B2}"/>
          </ac:spMkLst>
        </pc:spChg>
      </pc:sldChg>
      <pc:sldChg chg="delSp modSp new mod">
        <pc:chgData name="hussein shaaban" userId="9dfb4fc279e24574" providerId="LiveId" clId="{6229C41C-B509-43C7-9238-3A9D71F548FA}" dt="2024-03-29T15:10:51.058" v="244" actId="255"/>
        <pc:sldMkLst>
          <pc:docMk/>
          <pc:sldMk cId="382235415" sldId="285"/>
        </pc:sldMkLst>
        <pc:spChg chg="del">
          <ac:chgData name="hussein shaaban" userId="9dfb4fc279e24574" providerId="LiveId" clId="{6229C41C-B509-43C7-9238-3A9D71F548FA}" dt="2024-03-29T15:10:42.752" v="242" actId="478"/>
          <ac:spMkLst>
            <pc:docMk/>
            <pc:sldMk cId="382235415" sldId="285"/>
            <ac:spMk id="2" creationId="{0301F459-3633-58C7-D081-239942D52B31}"/>
          </ac:spMkLst>
        </pc:spChg>
        <pc:spChg chg="mod">
          <ac:chgData name="hussein shaaban" userId="9dfb4fc279e24574" providerId="LiveId" clId="{6229C41C-B509-43C7-9238-3A9D71F548FA}" dt="2024-03-29T15:10:51.058" v="244" actId="255"/>
          <ac:spMkLst>
            <pc:docMk/>
            <pc:sldMk cId="382235415" sldId="285"/>
            <ac:spMk id="3" creationId="{0AEE3692-AE01-4F49-CEEC-892521206381}"/>
          </ac:spMkLst>
        </pc:spChg>
      </pc:sldChg>
      <pc:sldChg chg="modSp new mod">
        <pc:chgData name="hussein shaaban" userId="9dfb4fc279e24574" providerId="LiveId" clId="{6229C41C-B509-43C7-9238-3A9D71F548FA}" dt="2024-04-01T20:03:56.865" v="255" actId="255"/>
        <pc:sldMkLst>
          <pc:docMk/>
          <pc:sldMk cId="263312081" sldId="286"/>
        </pc:sldMkLst>
        <pc:spChg chg="mod">
          <ac:chgData name="hussein shaaban" userId="9dfb4fc279e24574" providerId="LiveId" clId="{6229C41C-B509-43C7-9238-3A9D71F548FA}" dt="2024-03-29T15:12:29.340" v="251" actId="113"/>
          <ac:spMkLst>
            <pc:docMk/>
            <pc:sldMk cId="263312081" sldId="286"/>
            <ac:spMk id="2" creationId="{ACE865EF-73FB-2DB7-0228-9068F2A51899}"/>
          </ac:spMkLst>
        </pc:spChg>
        <pc:spChg chg="mod">
          <ac:chgData name="hussein shaaban" userId="9dfb4fc279e24574" providerId="LiveId" clId="{6229C41C-B509-43C7-9238-3A9D71F548FA}" dt="2024-04-01T20:03:56.865" v="255" actId="255"/>
          <ac:spMkLst>
            <pc:docMk/>
            <pc:sldMk cId="263312081" sldId="286"/>
            <ac:spMk id="3" creationId="{EF0B1A86-14E4-C3DC-646A-E934618B6CDB}"/>
          </ac:spMkLst>
        </pc:spChg>
      </pc:sldChg>
      <pc:sldChg chg="delSp modSp new mod">
        <pc:chgData name="hussein shaaban" userId="9dfb4fc279e24574" providerId="LiveId" clId="{6229C41C-B509-43C7-9238-3A9D71F548FA}" dt="2024-04-01T20:33:04.958" v="315" actId="6549"/>
        <pc:sldMkLst>
          <pc:docMk/>
          <pc:sldMk cId="3146452376" sldId="287"/>
        </pc:sldMkLst>
        <pc:spChg chg="del">
          <ac:chgData name="hussein shaaban" userId="9dfb4fc279e24574" providerId="LiveId" clId="{6229C41C-B509-43C7-9238-3A9D71F548FA}" dt="2024-04-01T20:04:13.775" v="258" actId="478"/>
          <ac:spMkLst>
            <pc:docMk/>
            <pc:sldMk cId="3146452376" sldId="287"/>
            <ac:spMk id="2" creationId="{726321FD-FA7E-6A0D-1469-66FB05D0DA1B}"/>
          </ac:spMkLst>
        </pc:spChg>
        <pc:spChg chg="mod">
          <ac:chgData name="hussein shaaban" userId="9dfb4fc279e24574" providerId="LiveId" clId="{6229C41C-B509-43C7-9238-3A9D71F548FA}" dt="2024-04-01T20:33:04.958" v="315" actId="6549"/>
          <ac:spMkLst>
            <pc:docMk/>
            <pc:sldMk cId="3146452376" sldId="287"/>
            <ac:spMk id="3" creationId="{156377CF-0D22-310D-5F12-BC7B00C640D9}"/>
          </ac:spMkLst>
        </pc:spChg>
      </pc:sldChg>
      <pc:sldChg chg="delSp modSp new mod">
        <pc:chgData name="hussein shaaban" userId="9dfb4fc279e24574" providerId="LiveId" clId="{6229C41C-B509-43C7-9238-3A9D71F548FA}" dt="2024-04-04T07:41:14.782" v="332" actId="15"/>
        <pc:sldMkLst>
          <pc:docMk/>
          <pc:sldMk cId="2298361828" sldId="288"/>
        </pc:sldMkLst>
        <pc:spChg chg="del">
          <ac:chgData name="hussein shaaban" userId="9dfb4fc279e24574" providerId="LiveId" clId="{6229C41C-B509-43C7-9238-3A9D71F548FA}" dt="2024-04-04T07:32:50.353" v="319" actId="478"/>
          <ac:spMkLst>
            <pc:docMk/>
            <pc:sldMk cId="2298361828" sldId="288"/>
            <ac:spMk id="2" creationId="{C6C43FA3-48C8-75FA-EE4E-B74FBF676AC0}"/>
          </ac:spMkLst>
        </pc:spChg>
        <pc:spChg chg="mod">
          <ac:chgData name="hussein shaaban" userId="9dfb4fc279e24574" providerId="LiveId" clId="{6229C41C-B509-43C7-9238-3A9D71F548FA}" dt="2024-04-04T07:41:14.782" v="332" actId="15"/>
          <ac:spMkLst>
            <pc:docMk/>
            <pc:sldMk cId="2298361828" sldId="288"/>
            <ac:spMk id="3" creationId="{CB7D9F5E-744F-BEF2-BDBB-AC335D222F3C}"/>
          </ac:spMkLst>
        </pc:spChg>
      </pc:sldChg>
      <pc:sldChg chg="delSp modSp new mod">
        <pc:chgData name="hussein shaaban" userId="9dfb4fc279e24574" providerId="LiveId" clId="{6229C41C-B509-43C7-9238-3A9D71F548FA}" dt="2024-04-04T07:52:18.261" v="360" actId="21"/>
        <pc:sldMkLst>
          <pc:docMk/>
          <pc:sldMk cId="2371358973" sldId="289"/>
        </pc:sldMkLst>
        <pc:spChg chg="del">
          <ac:chgData name="hussein shaaban" userId="9dfb4fc279e24574" providerId="LiveId" clId="{6229C41C-B509-43C7-9238-3A9D71F548FA}" dt="2024-04-04T07:42:46.526" v="336" actId="478"/>
          <ac:spMkLst>
            <pc:docMk/>
            <pc:sldMk cId="2371358973" sldId="289"/>
            <ac:spMk id="2" creationId="{173E21ED-C317-78E6-C7FE-E5D97A813C7F}"/>
          </ac:spMkLst>
        </pc:spChg>
        <pc:spChg chg="mod">
          <ac:chgData name="hussein shaaban" userId="9dfb4fc279e24574" providerId="LiveId" clId="{6229C41C-B509-43C7-9238-3A9D71F548FA}" dt="2024-04-04T07:52:18.261" v="360" actId="21"/>
          <ac:spMkLst>
            <pc:docMk/>
            <pc:sldMk cId="2371358973" sldId="289"/>
            <ac:spMk id="3" creationId="{6D519961-5A33-8426-8379-561E3F2F499D}"/>
          </ac:spMkLst>
        </pc:spChg>
      </pc:sldChg>
      <pc:sldChg chg="addSp delSp modSp new mod">
        <pc:chgData name="hussein shaaban" userId="9dfb4fc279e24574" providerId="LiveId" clId="{6229C41C-B509-43C7-9238-3A9D71F548FA}" dt="2024-04-04T07:49:09.318" v="350" actId="14100"/>
        <pc:sldMkLst>
          <pc:docMk/>
          <pc:sldMk cId="4279926946" sldId="290"/>
        </pc:sldMkLst>
        <pc:spChg chg="del">
          <ac:chgData name="hussein shaaban" userId="9dfb4fc279e24574" providerId="LiveId" clId="{6229C41C-B509-43C7-9238-3A9D71F548FA}" dt="2024-04-04T07:47:16.889" v="340" actId="478"/>
          <ac:spMkLst>
            <pc:docMk/>
            <pc:sldMk cId="4279926946" sldId="290"/>
            <ac:spMk id="2" creationId="{A5D8323B-0EC7-4CB3-33A0-5BA6D2B30041}"/>
          </ac:spMkLst>
        </pc:spChg>
        <pc:spChg chg="del">
          <ac:chgData name="hussein shaaban" userId="9dfb4fc279e24574" providerId="LiveId" clId="{6229C41C-B509-43C7-9238-3A9D71F548FA}" dt="2024-04-04T07:48:39.712" v="341" actId="931"/>
          <ac:spMkLst>
            <pc:docMk/>
            <pc:sldMk cId="4279926946" sldId="290"/>
            <ac:spMk id="3" creationId="{8487C4AF-D87B-A5CA-F414-86B1A4BEE967}"/>
          </ac:spMkLst>
        </pc:spChg>
        <pc:picChg chg="add mod">
          <ac:chgData name="hussein shaaban" userId="9dfb4fc279e24574" providerId="LiveId" clId="{6229C41C-B509-43C7-9238-3A9D71F548FA}" dt="2024-04-04T07:49:09.318" v="350" actId="14100"/>
          <ac:picMkLst>
            <pc:docMk/>
            <pc:sldMk cId="4279926946" sldId="290"/>
            <ac:picMk id="5" creationId="{F577E04B-9CBB-CDB9-878A-90A7C80CE3EA}"/>
          </ac:picMkLst>
        </pc:picChg>
      </pc:sldChg>
      <pc:sldChg chg="addSp delSp modSp new mod">
        <pc:chgData name="hussein shaaban" userId="9dfb4fc279e24574" providerId="LiveId" clId="{6229C41C-B509-43C7-9238-3A9D71F548FA}" dt="2024-04-04T07:53:57.754" v="370" actId="14100"/>
        <pc:sldMkLst>
          <pc:docMk/>
          <pc:sldMk cId="430328490" sldId="291"/>
        </pc:sldMkLst>
        <pc:spChg chg="del">
          <ac:chgData name="hussein shaaban" userId="9dfb4fc279e24574" providerId="LiveId" clId="{6229C41C-B509-43C7-9238-3A9D71F548FA}" dt="2024-04-04T07:52:34.538" v="363" actId="478"/>
          <ac:spMkLst>
            <pc:docMk/>
            <pc:sldMk cId="430328490" sldId="291"/>
            <ac:spMk id="2" creationId="{EE350B4E-3EC2-2EB4-67A5-63A8BE317ED6}"/>
          </ac:spMkLst>
        </pc:spChg>
        <pc:spChg chg="mod">
          <ac:chgData name="hussein shaaban" userId="9dfb4fc279e24574" providerId="LiveId" clId="{6229C41C-B509-43C7-9238-3A9D71F548FA}" dt="2024-04-04T07:53:27.509" v="364" actId="14100"/>
          <ac:spMkLst>
            <pc:docMk/>
            <pc:sldMk cId="430328490" sldId="291"/>
            <ac:spMk id="3" creationId="{401B205F-7B05-7CDF-5493-BB12A210D7FB}"/>
          </ac:spMkLst>
        </pc:spChg>
        <pc:picChg chg="add mod">
          <ac:chgData name="hussein shaaban" userId="9dfb4fc279e24574" providerId="LiveId" clId="{6229C41C-B509-43C7-9238-3A9D71F548FA}" dt="2024-04-04T07:53:57.754" v="370" actId="14100"/>
          <ac:picMkLst>
            <pc:docMk/>
            <pc:sldMk cId="430328490" sldId="291"/>
            <ac:picMk id="5" creationId="{B9D6453B-F023-9DF2-5517-53B5FBD369B7}"/>
          </ac:picMkLst>
        </pc:picChg>
      </pc:sldChg>
      <pc:sldChg chg="delSp modSp new mod">
        <pc:chgData name="hussein shaaban" userId="9dfb4fc279e24574" providerId="LiveId" clId="{6229C41C-B509-43C7-9238-3A9D71F548FA}" dt="2024-04-04T07:58:33.284" v="381" actId="20577"/>
        <pc:sldMkLst>
          <pc:docMk/>
          <pc:sldMk cId="400375660" sldId="292"/>
        </pc:sldMkLst>
        <pc:spChg chg="del">
          <ac:chgData name="hussein shaaban" userId="9dfb4fc279e24574" providerId="LiveId" clId="{6229C41C-B509-43C7-9238-3A9D71F548FA}" dt="2024-04-04T07:55:11.424" v="373" actId="478"/>
          <ac:spMkLst>
            <pc:docMk/>
            <pc:sldMk cId="400375660" sldId="292"/>
            <ac:spMk id="2" creationId="{E57515ED-08F5-4D84-CC95-6A83179C4318}"/>
          </ac:spMkLst>
        </pc:spChg>
        <pc:spChg chg="mod">
          <ac:chgData name="hussein shaaban" userId="9dfb4fc279e24574" providerId="LiveId" clId="{6229C41C-B509-43C7-9238-3A9D71F548FA}" dt="2024-04-04T07:58:33.284" v="381" actId="20577"/>
          <ac:spMkLst>
            <pc:docMk/>
            <pc:sldMk cId="400375660" sldId="292"/>
            <ac:spMk id="3" creationId="{D4043582-D8AB-6FC5-5B98-388E134256A2}"/>
          </ac:spMkLst>
        </pc:spChg>
      </pc:sldChg>
      <pc:sldChg chg="delSp modSp new mod">
        <pc:chgData name="hussein shaaban" userId="9dfb4fc279e24574" providerId="LiveId" clId="{6229C41C-B509-43C7-9238-3A9D71F548FA}" dt="2024-04-04T08:00:18.245" v="393" actId="14100"/>
        <pc:sldMkLst>
          <pc:docMk/>
          <pc:sldMk cId="1315534913" sldId="293"/>
        </pc:sldMkLst>
        <pc:spChg chg="del">
          <ac:chgData name="hussein shaaban" userId="9dfb4fc279e24574" providerId="LiveId" clId="{6229C41C-B509-43C7-9238-3A9D71F548FA}" dt="2024-04-04T07:58:45.315" v="382" actId="478"/>
          <ac:spMkLst>
            <pc:docMk/>
            <pc:sldMk cId="1315534913" sldId="293"/>
            <ac:spMk id="2" creationId="{2BA9A58E-FAB1-3C31-ABD3-B44C5C76382D}"/>
          </ac:spMkLst>
        </pc:spChg>
        <pc:spChg chg="mod">
          <ac:chgData name="hussein shaaban" userId="9dfb4fc279e24574" providerId="LiveId" clId="{6229C41C-B509-43C7-9238-3A9D71F548FA}" dt="2024-04-04T08:00:18.245" v="393" actId="14100"/>
          <ac:spMkLst>
            <pc:docMk/>
            <pc:sldMk cId="1315534913" sldId="293"/>
            <ac:spMk id="3" creationId="{E21AFEC5-6EB9-CCDF-B8A5-3B1CD5FB4F26}"/>
          </ac:spMkLst>
        </pc:spChg>
      </pc:sldChg>
      <pc:sldChg chg="delSp modSp new mod">
        <pc:chgData name="hussein shaaban" userId="9dfb4fc279e24574" providerId="LiveId" clId="{6229C41C-B509-43C7-9238-3A9D71F548FA}" dt="2024-04-04T08:04:10.719" v="400" actId="5793"/>
        <pc:sldMkLst>
          <pc:docMk/>
          <pc:sldMk cId="2454516794" sldId="294"/>
        </pc:sldMkLst>
        <pc:spChg chg="del">
          <ac:chgData name="hussein shaaban" userId="9dfb4fc279e24574" providerId="LiveId" clId="{6229C41C-B509-43C7-9238-3A9D71F548FA}" dt="2024-04-04T08:00:42.655" v="395" actId="478"/>
          <ac:spMkLst>
            <pc:docMk/>
            <pc:sldMk cId="2454516794" sldId="294"/>
            <ac:spMk id="2" creationId="{6339A236-8359-7A52-BE18-60072AEF15B2}"/>
          </ac:spMkLst>
        </pc:spChg>
        <pc:spChg chg="mod">
          <ac:chgData name="hussein shaaban" userId="9dfb4fc279e24574" providerId="LiveId" clId="{6229C41C-B509-43C7-9238-3A9D71F548FA}" dt="2024-04-04T08:04:10.719" v="400" actId="5793"/>
          <ac:spMkLst>
            <pc:docMk/>
            <pc:sldMk cId="2454516794" sldId="294"/>
            <ac:spMk id="3" creationId="{B0680A81-CC0D-7D43-A1DE-FB88C4B56EBE}"/>
          </ac:spMkLst>
        </pc:spChg>
      </pc:sldChg>
      <pc:sldChg chg="delSp modSp new mod">
        <pc:chgData name="hussein shaaban" userId="9dfb4fc279e24574" providerId="LiveId" clId="{6229C41C-B509-43C7-9238-3A9D71F548FA}" dt="2024-04-04T08:13:52.973" v="413" actId="255"/>
        <pc:sldMkLst>
          <pc:docMk/>
          <pc:sldMk cId="4160984451" sldId="295"/>
        </pc:sldMkLst>
        <pc:spChg chg="del">
          <ac:chgData name="hussein shaaban" userId="9dfb4fc279e24574" providerId="LiveId" clId="{6229C41C-B509-43C7-9238-3A9D71F548FA}" dt="2024-04-04T08:10:59.992" v="403" actId="478"/>
          <ac:spMkLst>
            <pc:docMk/>
            <pc:sldMk cId="4160984451" sldId="295"/>
            <ac:spMk id="2" creationId="{07B1CDFE-9A2D-E4A0-8B0C-4564C73D670C}"/>
          </ac:spMkLst>
        </pc:spChg>
        <pc:spChg chg="mod">
          <ac:chgData name="hussein shaaban" userId="9dfb4fc279e24574" providerId="LiveId" clId="{6229C41C-B509-43C7-9238-3A9D71F548FA}" dt="2024-04-04T08:13:52.973" v="413" actId="255"/>
          <ac:spMkLst>
            <pc:docMk/>
            <pc:sldMk cId="4160984451" sldId="295"/>
            <ac:spMk id="3" creationId="{5D83AA74-23B1-3431-6244-0B96DEE0B580}"/>
          </ac:spMkLst>
        </pc:spChg>
      </pc:sldChg>
      <pc:sldChg chg="delSp modSp new mod">
        <pc:chgData name="hussein shaaban" userId="9dfb4fc279e24574" providerId="LiveId" clId="{6229C41C-B509-43C7-9238-3A9D71F548FA}" dt="2024-04-04T08:14:15.108" v="418" actId="255"/>
        <pc:sldMkLst>
          <pc:docMk/>
          <pc:sldMk cId="3673511559" sldId="296"/>
        </pc:sldMkLst>
        <pc:spChg chg="del">
          <ac:chgData name="hussein shaaban" userId="9dfb4fc279e24574" providerId="LiveId" clId="{6229C41C-B509-43C7-9238-3A9D71F548FA}" dt="2024-04-04T08:14:02.513" v="416" actId="478"/>
          <ac:spMkLst>
            <pc:docMk/>
            <pc:sldMk cId="3673511559" sldId="296"/>
            <ac:spMk id="2" creationId="{78D74CFF-9876-93CC-9400-F6C92A5C0D89}"/>
          </ac:spMkLst>
        </pc:spChg>
        <pc:spChg chg="mod">
          <ac:chgData name="hussein shaaban" userId="9dfb4fc279e24574" providerId="LiveId" clId="{6229C41C-B509-43C7-9238-3A9D71F548FA}" dt="2024-04-04T08:14:15.108" v="418" actId="255"/>
          <ac:spMkLst>
            <pc:docMk/>
            <pc:sldMk cId="3673511559" sldId="296"/>
            <ac:spMk id="3" creationId="{64AE4C97-C40B-DD5B-AA16-EFA9E55716A0}"/>
          </ac:spMkLst>
        </pc:spChg>
      </pc:sldChg>
      <pc:sldChg chg="addSp delSp modSp new mod">
        <pc:chgData name="hussein shaaban" userId="9dfb4fc279e24574" providerId="LiveId" clId="{6229C41C-B509-43C7-9238-3A9D71F548FA}" dt="2024-04-04T08:17:02.885" v="441" actId="14100"/>
        <pc:sldMkLst>
          <pc:docMk/>
          <pc:sldMk cId="3899514412" sldId="297"/>
        </pc:sldMkLst>
        <pc:spChg chg="del">
          <ac:chgData name="hussein shaaban" userId="9dfb4fc279e24574" providerId="LiveId" clId="{6229C41C-B509-43C7-9238-3A9D71F548FA}" dt="2024-04-04T08:15:05.704" v="421" actId="478"/>
          <ac:spMkLst>
            <pc:docMk/>
            <pc:sldMk cId="3899514412" sldId="297"/>
            <ac:spMk id="2" creationId="{3DD684C4-837E-2D30-184A-8D37AC3C8E55}"/>
          </ac:spMkLst>
        </pc:spChg>
        <pc:spChg chg="mod">
          <ac:chgData name="hussein shaaban" userId="9dfb4fc279e24574" providerId="LiveId" clId="{6229C41C-B509-43C7-9238-3A9D71F548FA}" dt="2024-04-04T08:17:02.885" v="441" actId="14100"/>
          <ac:spMkLst>
            <pc:docMk/>
            <pc:sldMk cId="3899514412" sldId="297"/>
            <ac:spMk id="3" creationId="{B6737E25-D1E5-ADB9-7E39-8351622B62B9}"/>
          </ac:spMkLst>
        </pc:spChg>
        <pc:picChg chg="add mod">
          <ac:chgData name="hussein shaaban" userId="9dfb4fc279e24574" providerId="LiveId" clId="{6229C41C-B509-43C7-9238-3A9D71F548FA}" dt="2024-04-04T08:16:36.536" v="436" actId="14100"/>
          <ac:picMkLst>
            <pc:docMk/>
            <pc:sldMk cId="3899514412" sldId="297"/>
            <ac:picMk id="5" creationId="{4469B4C2-2652-ACB5-DD3F-63E0A4A9318F}"/>
          </ac:picMkLst>
        </pc:picChg>
      </pc:sldChg>
      <pc:sldChg chg="addSp delSp modSp new mod">
        <pc:chgData name="hussein shaaban" userId="9dfb4fc279e24574" providerId="LiveId" clId="{6229C41C-B509-43C7-9238-3A9D71F548FA}" dt="2024-04-04T08:23:14.991" v="456" actId="14100"/>
        <pc:sldMkLst>
          <pc:docMk/>
          <pc:sldMk cId="2415113465" sldId="298"/>
        </pc:sldMkLst>
        <pc:spChg chg="mod">
          <ac:chgData name="hussein shaaban" userId="9dfb4fc279e24574" providerId="LiveId" clId="{6229C41C-B509-43C7-9238-3A9D71F548FA}" dt="2024-04-04T08:19:09.767" v="452" actId="1076"/>
          <ac:spMkLst>
            <pc:docMk/>
            <pc:sldMk cId="2415113465" sldId="298"/>
            <ac:spMk id="2" creationId="{5B724FDB-AE8F-C7E0-CBEF-E8087DBEB2DE}"/>
          </ac:spMkLst>
        </pc:spChg>
        <pc:spChg chg="del mod">
          <ac:chgData name="hussein shaaban" userId="9dfb4fc279e24574" providerId="LiveId" clId="{6229C41C-B509-43C7-9238-3A9D71F548FA}" dt="2024-04-04T08:23:08.910" v="453" actId="931"/>
          <ac:spMkLst>
            <pc:docMk/>
            <pc:sldMk cId="2415113465" sldId="298"/>
            <ac:spMk id="3" creationId="{5475CB29-98BD-EB33-A119-B71C661E29B4}"/>
          </ac:spMkLst>
        </pc:spChg>
        <pc:picChg chg="add mod">
          <ac:chgData name="hussein shaaban" userId="9dfb4fc279e24574" providerId="LiveId" clId="{6229C41C-B509-43C7-9238-3A9D71F548FA}" dt="2024-04-04T08:23:14.991" v="456" actId="14100"/>
          <ac:picMkLst>
            <pc:docMk/>
            <pc:sldMk cId="2415113465" sldId="298"/>
            <ac:picMk id="5" creationId="{39F0DE2A-4E90-7E9F-7D26-55A8AA3A2C98}"/>
          </ac:picMkLst>
        </pc:picChg>
      </pc:sldChg>
      <pc:sldChg chg="modSp new mod">
        <pc:chgData name="hussein shaaban" userId="9dfb4fc279e24574" providerId="LiveId" clId="{6229C41C-B509-43C7-9238-3A9D71F548FA}" dt="2024-04-04T08:27:12.679" v="466" actId="255"/>
        <pc:sldMkLst>
          <pc:docMk/>
          <pc:sldMk cId="1141487288" sldId="299"/>
        </pc:sldMkLst>
        <pc:spChg chg="mod">
          <ac:chgData name="hussein shaaban" userId="9dfb4fc279e24574" providerId="LiveId" clId="{6229C41C-B509-43C7-9238-3A9D71F548FA}" dt="2024-04-04T08:25:14.853" v="461" actId="6549"/>
          <ac:spMkLst>
            <pc:docMk/>
            <pc:sldMk cId="1141487288" sldId="299"/>
            <ac:spMk id="2" creationId="{B40EFE40-3F23-2C2B-D748-57569FB730BA}"/>
          </ac:spMkLst>
        </pc:spChg>
        <pc:spChg chg="mod">
          <ac:chgData name="hussein shaaban" userId="9dfb4fc279e24574" providerId="LiveId" clId="{6229C41C-B509-43C7-9238-3A9D71F548FA}" dt="2024-04-04T08:27:12.679" v="466" actId="255"/>
          <ac:spMkLst>
            <pc:docMk/>
            <pc:sldMk cId="1141487288" sldId="299"/>
            <ac:spMk id="3" creationId="{A73FBD8E-CF42-E34D-0F5C-5ED6C268742C}"/>
          </ac:spMkLst>
        </pc:spChg>
      </pc:sldChg>
      <pc:sldChg chg="delSp modSp new mod">
        <pc:chgData name="hussein shaaban" userId="9dfb4fc279e24574" providerId="LiveId" clId="{6229C41C-B509-43C7-9238-3A9D71F548FA}" dt="2024-04-04T08:27:48.978" v="471" actId="20577"/>
        <pc:sldMkLst>
          <pc:docMk/>
          <pc:sldMk cId="1549651150" sldId="300"/>
        </pc:sldMkLst>
        <pc:spChg chg="del">
          <ac:chgData name="hussein shaaban" userId="9dfb4fc279e24574" providerId="LiveId" clId="{6229C41C-B509-43C7-9238-3A9D71F548FA}" dt="2024-04-04T08:27:19.460" v="467" actId="478"/>
          <ac:spMkLst>
            <pc:docMk/>
            <pc:sldMk cId="1549651150" sldId="300"/>
            <ac:spMk id="2" creationId="{00C444C1-1D31-F126-523F-D49D37A6BC8F}"/>
          </ac:spMkLst>
        </pc:spChg>
        <pc:spChg chg="mod">
          <ac:chgData name="hussein shaaban" userId="9dfb4fc279e24574" providerId="LiveId" clId="{6229C41C-B509-43C7-9238-3A9D71F548FA}" dt="2024-04-04T08:27:48.978" v="471" actId="20577"/>
          <ac:spMkLst>
            <pc:docMk/>
            <pc:sldMk cId="1549651150" sldId="300"/>
            <ac:spMk id="3" creationId="{50D89770-9F6A-46B0-0FD3-143E07D871A8}"/>
          </ac:spMkLst>
        </pc:spChg>
      </pc:sldChg>
      <pc:sldChg chg="delSp modSp new mod">
        <pc:chgData name="hussein shaaban" userId="9dfb4fc279e24574" providerId="LiveId" clId="{6229C41C-B509-43C7-9238-3A9D71F548FA}" dt="2024-04-04T08:30:26.954" v="477" actId="255"/>
        <pc:sldMkLst>
          <pc:docMk/>
          <pc:sldMk cId="1658104483" sldId="301"/>
        </pc:sldMkLst>
        <pc:spChg chg="del">
          <ac:chgData name="hussein shaaban" userId="9dfb4fc279e24574" providerId="LiveId" clId="{6229C41C-B509-43C7-9238-3A9D71F548FA}" dt="2024-04-04T08:30:08.899" v="474" actId="478"/>
          <ac:spMkLst>
            <pc:docMk/>
            <pc:sldMk cId="1658104483" sldId="301"/>
            <ac:spMk id="2" creationId="{A67F277F-FD89-D39E-B458-60A8914CDC02}"/>
          </ac:spMkLst>
        </pc:spChg>
        <pc:spChg chg="mod">
          <ac:chgData name="hussein shaaban" userId="9dfb4fc279e24574" providerId="LiveId" clId="{6229C41C-B509-43C7-9238-3A9D71F548FA}" dt="2024-04-04T08:30:26.954" v="477" actId="255"/>
          <ac:spMkLst>
            <pc:docMk/>
            <pc:sldMk cId="1658104483" sldId="301"/>
            <ac:spMk id="3" creationId="{64FD105D-D97A-0575-1BED-0B303D05863B}"/>
          </ac:spMkLst>
        </pc:spChg>
      </pc:sldChg>
      <pc:sldChg chg="delSp modSp new mod">
        <pc:chgData name="hussein shaaban" userId="9dfb4fc279e24574" providerId="LiveId" clId="{6229C41C-B509-43C7-9238-3A9D71F548FA}" dt="2024-04-04T08:34:00.627" v="484" actId="255"/>
        <pc:sldMkLst>
          <pc:docMk/>
          <pc:sldMk cId="1686032528" sldId="302"/>
        </pc:sldMkLst>
        <pc:spChg chg="del">
          <ac:chgData name="hussein shaaban" userId="9dfb4fc279e24574" providerId="LiveId" clId="{6229C41C-B509-43C7-9238-3A9D71F548FA}" dt="2024-04-04T08:33:24.502" v="481" actId="478"/>
          <ac:spMkLst>
            <pc:docMk/>
            <pc:sldMk cId="1686032528" sldId="302"/>
            <ac:spMk id="2" creationId="{3732C0E6-299C-26FE-33A3-A8E1854EB929}"/>
          </ac:spMkLst>
        </pc:spChg>
        <pc:spChg chg="mod">
          <ac:chgData name="hussein shaaban" userId="9dfb4fc279e24574" providerId="LiveId" clId="{6229C41C-B509-43C7-9238-3A9D71F548FA}" dt="2024-04-04T08:34:00.627" v="484" actId="255"/>
          <ac:spMkLst>
            <pc:docMk/>
            <pc:sldMk cId="1686032528" sldId="302"/>
            <ac:spMk id="3" creationId="{6F1A16C2-506D-A913-FF47-8AFF510601B0}"/>
          </ac:spMkLst>
        </pc:spChg>
      </pc:sldChg>
      <pc:sldChg chg="modSp new mod">
        <pc:chgData name="hussein shaaban" userId="9dfb4fc279e24574" providerId="LiveId" clId="{6229C41C-B509-43C7-9238-3A9D71F548FA}" dt="2024-04-04T08:40:18.281" v="502" actId="27636"/>
        <pc:sldMkLst>
          <pc:docMk/>
          <pc:sldMk cId="3775558429" sldId="303"/>
        </pc:sldMkLst>
        <pc:spChg chg="mod">
          <ac:chgData name="hussein shaaban" userId="9dfb4fc279e24574" providerId="LiveId" clId="{6229C41C-B509-43C7-9238-3A9D71F548FA}" dt="2024-04-04T08:35:50.798" v="495" actId="1076"/>
          <ac:spMkLst>
            <pc:docMk/>
            <pc:sldMk cId="3775558429" sldId="303"/>
            <ac:spMk id="2" creationId="{E416A2DE-A369-F994-8BF1-5979C25C4EE2}"/>
          </ac:spMkLst>
        </pc:spChg>
        <pc:spChg chg="mod">
          <ac:chgData name="hussein shaaban" userId="9dfb4fc279e24574" providerId="LiveId" clId="{6229C41C-B509-43C7-9238-3A9D71F548FA}" dt="2024-04-04T08:40:18.281" v="502" actId="27636"/>
          <ac:spMkLst>
            <pc:docMk/>
            <pc:sldMk cId="3775558429" sldId="303"/>
            <ac:spMk id="3" creationId="{F9879167-055B-A6D5-D9F3-71003B293609}"/>
          </ac:spMkLst>
        </pc:spChg>
      </pc:sldChg>
      <pc:sldChg chg="delSp modSp new mod">
        <pc:chgData name="hussein shaaban" userId="9dfb4fc279e24574" providerId="LiveId" clId="{6229C41C-B509-43C7-9238-3A9D71F548FA}" dt="2024-04-04T08:45:04.450" v="569" actId="20577"/>
        <pc:sldMkLst>
          <pc:docMk/>
          <pc:sldMk cId="2217718054" sldId="304"/>
        </pc:sldMkLst>
        <pc:spChg chg="del">
          <ac:chgData name="hussein shaaban" userId="9dfb4fc279e24574" providerId="LiveId" clId="{6229C41C-B509-43C7-9238-3A9D71F548FA}" dt="2024-04-04T08:38:38.669" v="498" actId="478"/>
          <ac:spMkLst>
            <pc:docMk/>
            <pc:sldMk cId="2217718054" sldId="304"/>
            <ac:spMk id="2" creationId="{0DA16534-C9B5-413F-5976-37BC2B6808A2}"/>
          </ac:spMkLst>
        </pc:spChg>
        <pc:spChg chg="mod">
          <ac:chgData name="hussein shaaban" userId="9dfb4fc279e24574" providerId="LiveId" clId="{6229C41C-B509-43C7-9238-3A9D71F548FA}" dt="2024-04-04T08:45:04.450" v="569" actId="20577"/>
          <ac:spMkLst>
            <pc:docMk/>
            <pc:sldMk cId="2217718054" sldId="304"/>
            <ac:spMk id="3" creationId="{8C2854E5-3F2B-D3DF-1619-70F2C0435292}"/>
          </ac:spMkLst>
        </pc:spChg>
      </pc:sldChg>
      <pc:sldChg chg="delSp modSp new mod">
        <pc:chgData name="hussein shaaban" userId="9dfb4fc279e24574" providerId="LiveId" clId="{6229C41C-B509-43C7-9238-3A9D71F548FA}" dt="2024-04-04T08:48:17.726" v="581"/>
        <pc:sldMkLst>
          <pc:docMk/>
          <pc:sldMk cId="1199759205" sldId="305"/>
        </pc:sldMkLst>
        <pc:spChg chg="del">
          <ac:chgData name="hussein shaaban" userId="9dfb4fc279e24574" providerId="LiveId" clId="{6229C41C-B509-43C7-9238-3A9D71F548FA}" dt="2024-04-04T08:47:07.991" v="572" actId="478"/>
          <ac:spMkLst>
            <pc:docMk/>
            <pc:sldMk cId="1199759205" sldId="305"/>
            <ac:spMk id="2" creationId="{B0DF4B4E-E102-6142-07DB-F8E61B5CF408}"/>
          </ac:spMkLst>
        </pc:spChg>
        <pc:spChg chg="mod">
          <ac:chgData name="hussein shaaban" userId="9dfb4fc279e24574" providerId="LiveId" clId="{6229C41C-B509-43C7-9238-3A9D71F548FA}" dt="2024-04-04T08:48:17.726" v="581"/>
          <ac:spMkLst>
            <pc:docMk/>
            <pc:sldMk cId="1199759205" sldId="305"/>
            <ac:spMk id="3" creationId="{A7EF592F-104B-3EB2-4B60-7B88727EB37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EC980-DAB8-8C78-E366-53795C9970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Z"/>
          </a:p>
        </p:txBody>
      </p:sp>
      <p:sp>
        <p:nvSpPr>
          <p:cNvPr id="3" name="Subtitle 2">
            <a:extLst>
              <a:ext uri="{FF2B5EF4-FFF2-40B4-BE49-F238E27FC236}">
                <a16:creationId xmlns:a16="http://schemas.microsoft.com/office/drawing/2014/main" id="{2E1D83B8-DB40-D0DB-B9DB-40826C5F38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Z"/>
          </a:p>
        </p:txBody>
      </p:sp>
      <p:sp>
        <p:nvSpPr>
          <p:cNvPr id="4" name="Date Placeholder 3">
            <a:extLst>
              <a:ext uri="{FF2B5EF4-FFF2-40B4-BE49-F238E27FC236}">
                <a16:creationId xmlns:a16="http://schemas.microsoft.com/office/drawing/2014/main" id="{3B5FB8BF-900D-3126-C951-3596BC325600}"/>
              </a:ext>
            </a:extLst>
          </p:cNvPr>
          <p:cNvSpPr>
            <a:spLocks noGrp="1"/>
          </p:cNvSpPr>
          <p:nvPr>
            <p:ph type="dt" sz="half" idx="10"/>
          </p:nvPr>
        </p:nvSpPr>
        <p:spPr/>
        <p:txBody>
          <a:bodyPr/>
          <a:lstStyle/>
          <a:p>
            <a:fld id="{64D1DC5E-AECC-4F87-8E80-15E3B3256925}" type="datetimeFigureOut">
              <a:rPr lang="en-TZ" smtClean="0"/>
              <a:t>13/05/2025</a:t>
            </a:fld>
            <a:endParaRPr lang="en-TZ"/>
          </a:p>
        </p:txBody>
      </p:sp>
      <p:sp>
        <p:nvSpPr>
          <p:cNvPr id="5" name="Footer Placeholder 4">
            <a:extLst>
              <a:ext uri="{FF2B5EF4-FFF2-40B4-BE49-F238E27FC236}">
                <a16:creationId xmlns:a16="http://schemas.microsoft.com/office/drawing/2014/main" id="{ECCC4EDC-AFC0-364B-EEB9-837F5C296976}"/>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999DF10D-883C-1416-8D23-FAA76128E5B3}"/>
              </a:ext>
            </a:extLst>
          </p:cNvPr>
          <p:cNvSpPr>
            <a:spLocks noGrp="1"/>
          </p:cNvSpPr>
          <p:nvPr>
            <p:ph type="sldNum" sz="quarter" idx="12"/>
          </p:nvPr>
        </p:nvSpPr>
        <p:spPr/>
        <p:txBody>
          <a:bodyPr/>
          <a:lstStyle/>
          <a:p>
            <a:fld id="{8423621C-459A-4453-8D8C-2F24E4333A16}" type="slidenum">
              <a:rPr lang="en-TZ" smtClean="0"/>
              <a:t>‹#›</a:t>
            </a:fld>
            <a:endParaRPr lang="en-TZ"/>
          </a:p>
        </p:txBody>
      </p:sp>
    </p:spTree>
    <p:extLst>
      <p:ext uri="{BB962C8B-B14F-4D97-AF65-F5344CB8AC3E}">
        <p14:creationId xmlns:p14="http://schemas.microsoft.com/office/powerpoint/2010/main" val="323724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91BE-0324-5F74-6C01-608EDB19BC19}"/>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BA5C39AD-B22A-C29B-89AD-1DD930F3CC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B266D379-69A2-7603-7A4E-845B1D5BE257}"/>
              </a:ext>
            </a:extLst>
          </p:cNvPr>
          <p:cNvSpPr>
            <a:spLocks noGrp="1"/>
          </p:cNvSpPr>
          <p:nvPr>
            <p:ph type="dt" sz="half" idx="10"/>
          </p:nvPr>
        </p:nvSpPr>
        <p:spPr/>
        <p:txBody>
          <a:bodyPr/>
          <a:lstStyle/>
          <a:p>
            <a:fld id="{64D1DC5E-AECC-4F87-8E80-15E3B3256925}" type="datetimeFigureOut">
              <a:rPr lang="en-TZ" smtClean="0"/>
              <a:t>13/05/2025</a:t>
            </a:fld>
            <a:endParaRPr lang="en-TZ"/>
          </a:p>
        </p:txBody>
      </p:sp>
      <p:sp>
        <p:nvSpPr>
          <p:cNvPr id="5" name="Footer Placeholder 4">
            <a:extLst>
              <a:ext uri="{FF2B5EF4-FFF2-40B4-BE49-F238E27FC236}">
                <a16:creationId xmlns:a16="http://schemas.microsoft.com/office/drawing/2014/main" id="{9D8C29E8-55E1-D07C-935D-1E2B52AF88C4}"/>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B478C77E-5112-2387-5B84-E9BCD7F58385}"/>
              </a:ext>
            </a:extLst>
          </p:cNvPr>
          <p:cNvSpPr>
            <a:spLocks noGrp="1"/>
          </p:cNvSpPr>
          <p:nvPr>
            <p:ph type="sldNum" sz="quarter" idx="12"/>
          </p:nvPr>
        </p:nvSpPr>
        <p:spPr/>
        <p:txBody>
          <a:bodyPr/>
          <a:lstStyle/>
          <a:p>
            <a:fld id="{8423621C-459A-4453-8D8C-2F24E4333A16}" type="slidenum">
              <a:rPr lang="en-TZ" smtClean="0"/>
              <a:t>‹#›</a:t>
            </a:fld>
            <a:endParaRPr lang="en-TZ"/>
          </a:p>
        </p:txBody>
      </p:sp>
    </p:spTree>
    <p:extLst>
      <p:ext uri="{BB962C8B-B14F-4D97-AF65-F5344CB8AC3E}">
        <p14:creationId xmlns:p14="http://schemas.microsoft.com/office/powerpoint/2010/main" val="2665210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0E296-236C-19FA-5D35-1BFC113A0B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Z"/>
          </a:p>
        </p:txBody>
      </p:sp>
      <p:sp>
        <p:nvSpPr>
          <p:cNvPr id="3" name="Text Placeholder 2">
            <a:extLst>
              <a:ext uri="{FF2B5EF4-FFF2-40B4-BE49-F238E27FC236}">
                <a16:creationId xmlns:a16="http://schemas.microsoft.com/office/drawing/2014/main" id="{5772B5C4-438A-8A69-BF55-9B4A3A6B7E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822462-13AE-68CA-44D3-20780E948FFA}"/>
              </a:ext>
            </a:extLst>
          </p:cNvPr>
          <p:cNvSpPr>
            <a:spLocks noGrp="1"/>
          </p:cNvSpPr>
          <p:nvPr>
            <p:ph type="dt" sz="half" idx="10"/>
          </p:nvPr>
        </p:nvSpPr>
        <p:spPr/>
        <p:txBody>
          <a:bodyPr/>
          <a:lstStyle/>
          <a:p>
            <a:fld id="{64D1DC5E-AECC-4F87-8E80-15E3B3256925}" type="datetimeFigureOut">
              <a:rPr lang="en-TZ" smtClean="0"/>
              <a:t>13/05/2025</a:t>
            </a:fld>
            <a:endParaRPr lang="en-TZ"/>
          </a:p>
        </p:txBody>
      </p:sp>
      <p:sp>
        <p:nvSpPr>
          <p:cNvPr id="5" name="Footer Placeholder 4">
            <a:extLst>
              <a:ext uri="{FF2B5EF4-FFF2-40B4-BE49-F238E27FC236}">
                <a16:creationId xmlns:a16="http://schemas.microsoft.com/office/drawing/2014/main" id="{002C966B-B9EA-5672-FCE1-4769AD0C0DCD}"/>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C0AF1500-A79E-7A10-B7FF-86001D2AB7DB}"/>
              </a:ext>
            </a:extLst>
          </p:cNvPr>
          <p:cNvSpPr>
            <a:spLocks noGrp="1"/>
          </p:cNvSpPr>
          <p:nvPr>
            <p:ph type="sldNum" sz="quarter" idx="12"/>
          </p:nvPr>
        </p:nvSpPr>
        <p:spPr/>
        <p:txBody>
          <a:bodyPr/>
          <a:lstStyle/>
          <a:p>
            <a:fld id="{8423621C-459A-4453-8D8C-2F24E4333A16}" type="slidenum">
              <a:rPr lang="en-TZ" smtClean="0"/>
              <a:t>‹#›</a:t>
            </a:fld>
            <a:endParaRPr lang="en-TZ"/>
          </a:p>
        </p:txBody>
      </p:sp>
    </p:spTree>
    <p:extLst>
      <p:ext uri="{BB962C8B-B14F-4D97-AF65-F5344CB8AC3E}">
        <p14:creationId xmlns:p14="http://schemas.microsoft.com/office/powerpoint/2010/main" val="3973831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F5C7A-B921-A5CE-2388-DAADA8DF4CA5}"/>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09F35DC2-B7C3-B6D4-92BD-3753842958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Content Placeholder 3">
            <a:extLst>
              <a:ext uri="{FF2B5EF4-FFF2-40B4-BE49-F238E27FC236}">
                <a16:creationId xmlns:a16="http://schemas.microsoft.com/office/drawing/2014/main" id="{082CD6BE-1A9A-C17F-4817-FFFF7DB093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Date Placeholder 4">
            <a:extLst>
              <a:ext uri="{FF2B5EF4-FFF2-40B4-BE49-F238E27FC236}">
                <a16:creationId xmlns:a16="http://schemas.microsoft.com/office/drawing/2014/main" id="{B70B8639-CD93-C253-3D6C-A3FCA1FC0173}"/>
              </a:ext>
            </a:extLst>
          </p:cNvPr>
          <p:cNvSpPr>
            <a:spLocks noGrp="1"/>
          </p:cNvSpPr>
          <p:nvPr>
            <p:ph type="dt" sz="half" idx="10"/>
          </p:nvPr>
        </p:nvSpPr>
        <p:spPr/>
        <p:txBody>
          <a:bodyPr/>
          <a:lstStyle/>
          <a:p>
            <a:fld id="{64D1DC5E-AECC-4F87-8E80-15E3B3256925}" type="datetimeFigureOut">
              <a:rPr lang="en-TZ" smtClean="0"/>
              <a:t>13/05/2025</a:t>
            </a:fld>
            <a:endParaRPr lang="en-TZ"/>
          </a:p>
        </p:txBody>
      </p:sp>
      <p:sp>
        <p:nvSpPr>
          <p:cNvPr id="6" name="Footer Placeholder 5">
            <a:extLst>
              <a:ext uri="{FF2B5EF4-FFF2-40B4-BE49-F238E27FC236}">
                <a16:creationId xmlns:a16="http://schemas.microsoft.com/office/drawing/2014/main" id="{5A5B95C8-633B-A53B-B8E9-365E9EF9A88B}"/>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BF6B7854-A10D-BD24-0A97-B04C1CEEBB03}"/>
              </a:ext>
            </a:extLst>
          </p:cNvPr>
          <p:cNvSpPr>
            <a:spLocks noGrp="1"/>
          </p:cNvSpPr>
          <p:nvPr>
            <p:ph type="sldNum" sz="quarter" idx="12"/>
          </p:nvPr>
        </p:nvSpPr>
        <p:spPr/>
        <p:txBody>
          <a:bodyPr/>
          <a:lstStyle/>
          <a:p>
            <a:fld id="{8423621C-459A-4453-8D8C-2F24E4333A16}" type="slidenum">
              <a:rPr lang="en-TZ" smtClean="0"/>
              <a:t>‹#›</a:t>
            </a:fld>
            <a:endParaRPr lang="en-TZ"/>
          </a:p>
        </p:txBody>
      </p:sp>
    </p:spTree>
    <p:extLst>
      <p:ext uri="{BB962C8B-B14F-4D97-AF65-F5344CB8AC3E}">
        <p14:creationId xmlns:p14="http://schemas.microsoft.com/office/powerpoint/2010/main" val="3812697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C6C70-D354-1F6B-5342-B0CE33607822}"/>
              </a:ext>
            </a:extLst>
          </p:cNvPr>
          <p:cNvSpPr>
            <a:spLocks noGrp="1"/>
          </p:cNvSpPr>
          <p:nvPr>
            <p:ph type="title"/>
          </p:nvPr>
        </p:nvSpPr>
        <p:spPr>
          <a:xfrm>
            <a:off x="839788" y="365125"/>
            <a:ext cx="10515600" cy="1325563"/>
          </a:xfrm>
        </p:spPr>
        <p:txBody>
          <a:bodyPr/>
          <a:lstStyle/>
          <a:p>
            <a:r>
              <a:rPr lang="en-US"/>
              <a:t>Click to edit Master title style</a:t>
            </a:r>
            <a:endParaRPr lang="en-TZ"/>
          </a:p>
        </p:txBody>
      </p:sp>
      <p:sp>
        <p:nvSpPr>
          <p:cNvPr id="3" name="Text Placeholder 2">
            <a:extLst>
              <a:ext uri="{FF2B5EF4-FFF2-40B4-BE49-F238E27FC236}">
                <a16:creationId xmlns:a16="http://schemas.microsoft.com/office/drawing/2014/main" id="{6E10C17F-88D4-1C2D-D846-12E4A5BBC3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014C7D-53AA-8AC3-F9B2-8E2E242ED6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Text Placeholder 4">
            <a:extLst>
              <a:ext uri="{FF2B5EF4-FFF2-40B4-BE49-F238E27FC236}">
                <a16:creationId xmlns:a16="http://schemas.microsoft.com/office/drawing/2014/main" id="{515BB34B-1900-0BF8-F3AF-0BB880F06B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FEFA4C-30C4-297C-544C-F3C4FBE5221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7" name="Date Placeholder 6">
            <a:extLst>
              <a:ext uri="{FF2B5EF4-FFF2-40B4-BE49-F238E27FC236}">
                <a16:creationId xmlns:a16="http://schemas.microsoft.com/office/drawing/2014/main" id="{96B06C56-4AA9-37B7-D1A8-138570A7241B}"/>
              </a:ext>
            </a:extLst>
          </p:cNvPr>
          <p:cNvSpPr>
            <a:spLocks noGrp="1"/>
          </p:cNvSpPr>
          <p:nvPr>
            <p:ph type="dt" sz="half" idx="10"/>
          </p:nvPr>
        </p:nvSpPr>
        <p:spPr/>
        <p:txBody>
          <a:bodyPr/>
          <a:lstStyle/>
          <a:p>
            <a:fld id="{64D1DC5E-AECC-4F87-8E80-15E3B3256925}" type="datetimeFigureOut">
              <a:rPr lang="en-TZ" smtClean="0"/>
              <a:t>13/05/2025</a:t>
            </a:fld>
            <a:endParaRPr lang="en-TZ"/>
          </a:p>
        </p:txBody>
      </p:sp>
      <p:sp>
        <p:nvSpPr>
          <p:cNvPr id="8" name="Footer Placeholder 7">
            <a:extLst>
              <a:ext uri="{FF2B5EF4-FFF2-40B4-BE49-F238E27FC236}">
                <a16:creationId xmlns:a16="http://schemas.microsoft.com/office/drawing/2014/main" id="{7499AA97-5211-EE99-5AFD-56AA62740E17}"/>
              </a:ext>
            </a:extLst>
          </p:cNvPr>
          <p:cNvSpPr>
            <a:spLocks noGrp="1"/>
          </p:cNvSpPr>
          <p:nvPr>
            <p:ph type="ftr" sz="quarter" idx="11"/>
          </p:nvPr>
        </p:nvSpPr>
        <p:spPr/>
        <p:txBody>
          <a:bodyPr/>
          <a:lstStyle/>
          <a:p>
            <a:endParaRPr lang="en-TZ"/>
          </a:p>
        </p:txBody>
      </p:sp>
      <p:sp>
        <p:nvSpPr>
          <p:cNvPr id="9" name="Slide Number Placeholder 8">
            <a:extLst>
              <a:ext uri="{FF2B5EF4-FFF2-40B4-BE49-F238E27FC236}">
                <a16:creationId xmlns:a16="http://schemas.microsoft.com/office/drawing/2014/main" id="{988F4D2A-641F-C29D-066F-9B626364789A}"/>
              </a:ext>
            </a:extLst>
          </p:cNvPr>
          <p:cNvSpPr>
            <a:spLocks noGrp="1"/>
          </p:cNvSpPr>
          <p:nvPr>
            <p:ph type="sldNum" sz="quarter" idx="12"/>
          </p:nvPr>
        </p:nvSpPr>
        <p:spPr/>
        <p:txBody>
          <a:bodyPr/>
          <a:lstStyle/>
          <a:p>
            <a:fld id="{8423621C-459A-4453-8D8C-2F24E4333A16}" type="slidenum">
              <a:rPr lang="en-TZ" smtClean="0"/>
              <a:t>‹#›</a:t>
            </a:fld>
            <a:endParaRPr lang="en-TZ"/>
          </a:p>
        </p:txBody>
      </p:sp>
    </p:spTree>
    <p:extLst>
      <p:ext uri="{BB962C8B-B14F-4D97-AF65-F5344CB8AC3E}">
        <p14:creationId xmlns:p14="http://schemas.microsoft.com/office/powerpoint/2010/main" val="623877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7B88A-948C-768B-9B7B-0BF5E831B010}"/>
              </a:ext>
            </a:extLst>
          </p:cNvPr>
          <p:cNvSpPr>
            <a:spLocks noGrp="1"/>
          </p:cNvSpPr>
          <p:nvPr>
            <p:ph type="title"/>
          </p:nvPr>
        </p:nvSpPr>
        <p:spPr/>
        <p:txBody>
          <a:bodyPr/>
          <a:lstStyle/>
          <a:p>
            <a:r>
              <a:rPr lang="en-US"/>
              <a:t>Click to edit Master title style</a:t>
            </a:r>
            <a:endParaRPr lang="en-TZ"/>
          </a:p>
        </p:txBody>
      </p:sp>
      <p:sp>
        <p:nvSpPr>
          <p:cNvPr id="3" name="Date Placeholder 2">
            <a:extLst>
              <a:ext uri="{FF2B5EF4-FFF2-40B4-BE49-F238E27FC236}">
                <a16:creationId xmlns:a16="http://schemas.microsoft.com/office/drawing/2014/main" id="{EC11AEDD-0BDC-7637-C182-3D65CD0D294F}"/>
              </a:ext>
            </a:extLst>
          </p:cNvPr>
          <p:cNvSpPr>
            <a:spLocks noGrp="1"/>
          </p:cNvSpPr>
          <p:nvPr>
            <p:ph type="dt" sz="half" idx="10"/>
          </p:nvPr>
        </p:nvSpPr>
        <p:spPr/>
        <p:txBody>
          <a:bodyPr/>
          <a:lstStyle/>
          <a:p>
            <a:fld id="{64D1DC5E-AECC-4F87-8E80-15E3B3256925}" type="datetimeFigureOut">
              <a:rPr lang="en-TZ" smtClean="0"/>
              <a:t>13/05/2025</a:t>
            </a:fld>
            <a:endParaRPr lang="en-TZ"/>
          </a:p>
        </p:txBody>
      </p:sp>
      <p:sp>
        <p:nvSpPr>
          <p:cNvPr id="4" name="Footer Placeholder 3">
            <a:extLst>
              <a:ext uri="{FF2B5EF4-FFF2-40B4-BE49-F238E27FC236}">
                <a16:creationId xmlns:a16="http://schemas.microsoft.com/office/drawing/2014/main" id="{C0712177-C7B0-C8AD-CE4C-99B0F1B52D32}"/>
              </a:ext>
            </a:extLst>
          </p:cNvPr>
          <p:cNvSpPr>
            <a:spLocks noGrp="1"/>
          </p:cNvSpPr>
          <p:nvPr>
            <p:ph type="ftr" sz="quarter" idx="11"/>
          </p:nvPr>
        </p:nvSpPr>
        <p:spPr/>
        <p:txBody>
          <a:bodyPr/>
          <a:lstStyle/>
          <a:p>
            <a:endParaRPr lang="en-TZ"/>
          </a:p>
        </p:txBody>
      </p:sp>
      <p:sp>
        <p:nvSpPr>
          <p:cNvPr id="5" name="Slide Number Placeholder 4">
            <a:extLst>
              <a:ext uri="{FF2B5EF4-FFF2-40B4-BE49-F238E27FC236}">
                <a16:creationId xmlns:a16="http://schemas.microsoft.com/office/drawing/2014/main" id="{454217D6-12F2-2AF6-9452-66FEB275EAD3}"/>
              </a:ext>
            </a:extLst>
          </p:cNvPr>
          <p:cNvSpPr>
            <a:spLocks noGrp="1"/>
          </p:cNvSpPr>
          <p:nvPr>
            <p:ph type="sldNum" sz="quarter" idx="12"/>
          </p:nvPr>
        </p:nvSpPr>
        <p:spPr/>
        <p:txBody>
          <a:bodyPr/>
          <a:lstStyle/>
          <a:p>
            <a:fld id="{8423621C-459A-4453-8D8C-2F24E4333A16}" type="slidenum">
              <a:rPr lang="en-TZ" smtClean="0"/>
              <a:t>‹#›</a:t>
            </a:fld>
            <a:endParaRPr lang="en-TZ"/>
          </a:p>
        </p:txBody>
      </p:sp>
    </p:spTree>
    <p:extLst>
      <p:ext uri="{BB962C8B-B14F-4D97-AF65-F5344CB8AC3E}">
        <p14:creationId xmlns:p14="http://schemas.microsoft.com/office/powerpoint/2010/main" val="200775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557D4F-887F-A54E-8602-91EEA5A583EF}"/>
              </a:ext>
            </a:extLst>
          </p:cNvPr>
          <p:cNvSpPr>
            <a:spLocks noGrp="1"/>
          </p:cNvSpPr>
          <p:nvPr>
            <p:ph type="dt" sz="half" idx="10"/>
          </p:nvPr>
        </p:nvSpPr>
        <p:spPr/>
        <p:txBody>
          <a:bodyPr/>
          <a:lstStyle/>
          <a:p>
            <a:fld id="{64D1DC5E-AECC-4F87-8E80-15E3B3256925}" type="datetimeFigureOut">
              <a:rPr lang="en-TZ" smtClean="0"/>
              <a:t>13/05/2025</a:t>
            </a:fld>
            <a:endParaRPr lang="en-TZ"/>
          </a:p>
        </p:txBody>
      </p:sp>
      <p:sp>
        <p:nvSpPr>
          <p:cNvPr id="3" name="Footer Placeholder 2">
            <a:extLst>
              <a:ext uri="{FF2B5EF4-FFF2-40B4-BE49-F238E27FC236}">
                <a16:creationId xmlns:a16="http://schemas.microsoft.com/office/drawing/2014/main" id="{CA9CDF97-C103-6178-0CD4-885C357BCFC8}"/>
              </a:ext>
            </a:extLst>
          </p:cNvPr>
          <p:cNvSpPr>
            <a:spLocks noGrp="1"/>
          </p:cNvSpPr>
          <p:nvPr>
            <p:ph type="ftr" sz="quarter" idx="11"/>
          </p:nvPr>
        </p:nvSpPr>
        <p:spPr/>
        <p:txBody>
          <a:bodyPr/>
          <a:lstStyle/>
          <a:p>
            <a:endParaRPr lang="en-TZ"/>
          </a:p>
        </p:txBody>
      </p:sp>
      <p:sp>
        <p:nvSpPr>
          <p:cNvPr id="4" name="Slide Number Placeholder 3">
            <a:extLst>
              <a:ext uri="{FF2B5EF4-FFF2-40B4-BE49-F238E27FC236}">
                <a16:creationId xmlns:a16="http://schemas.microsoft.com/office/drawing/2014/main" id="{3DF242BE-131B-4516-BD45-F4104EEE4550}"/>
              </a:ext>
            </a:extLst>
          </p:cNvPr>
          <p:cNvSpPr>
            <a:spLocks noGrp="1"/>
          </p:cNvSpPr>
          <p:nvPr>
            <p:ph type="sldNum" sz="quarter" idx="12"/>
          </p:nvPr>
        </p:nvSpPr>
        <p:spPr/>
        <p:txBody>
          <a:bodyPr/>
          <a:lstStyle/>
          <a:p>
            <a:fld id="{8423621C-459A-4453-8D8C-2F24E4333A16}" type="slidenum">
              <a:rPr lang="en-TZ" smtClean="0"/>
              <a:t>‹#›</a:t>
            </a:fld>
            <a:endParaRPr lang="en-TZ"/>
          </a:p>
        </p:txBody>
      </p:sp>
    </p:spTree>
    <p:extLst>
      <p:ext uri="{BB962C8B-B14F-4D97-AF65-F5344CB8AC3E}">
        <p14:creationId xmlns:p14="http://schemas.microsoft.com/office/powerpoint/2010/main" val="1849932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08859-8268-0DA6-AD27-D4828CBE8B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Z"/>
          </a:p>
        </p:txBody>
      </p:sp>
      <p:sp>
        <p:nvSpPr>
          <p:cNvPr id="3" name="Content Placeholder 2">
            <a:extLst>
              <a:ext uri="{FF2B5EF4-FFF2-40B4-BE49-F238E27FC236}">
                <a16:creationId xmlns:a16="http://schemas.microsoft.com/office/drawing/2014/main" id="{3027123D-0429-13D2-99E7-C9390F277B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Text Placeholder 3">
            <a:extLst>
              <a:ext uri="{FF2B5EF4-FFF2-40B4-BE49-F238E27FC236}">
                <a16:creationId xmlns:a16="http://schemas.microsoft.com/office/drawing/2014/main" id="{F8414A05-B5FE-BC03-E4CC-F628F54FF5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3FBE1C-3571-C87F-1C81-0754A2B3F9ED}"/>
              </a:ext>
            </a:extLst>
          </p:cNvPr>
          <p:cNvSpPr>
            <a:spLocks noGrp="1"/>
          </p:cNvSpPr>
          <p:nvPr>
            <p:ph type="dt" sz="half" idx="10"/>
          </p:nvPr>
        </p:nvSpPr>
        <p:spPr/>
        <p:txBody>
          <a:bodyPr/>
          <a:lstStyle/>
          <a:p>
            <a:fld id="{64D1DC5E-AECC-4F87-8E80-15E3B3256925}" type="datetimeFigureOut">
              <a:rPr lang="en-TZ" smtClean="0"/>
              <a:t>13/05/2025</a:t>
            </a:fld>
            <a:endParaRPr lang="en-TZ"/>
          </a:p>
        </p:txBody>
      </p:sp>
      <p:sp>
        <p:nvSpPr>
          <p:cNvPr id="6" name="Footer Placeholder 5">
            <a:extLst>
              <a:ext uri="{FF2B5EF4-FFF2-40B4-BE49-F238E27FC236}">
                <a16:creationId xmlns:a16="http://schemas.microsoft.com/office/drawing/2014/main" id="{AE90EC52-AECB-A108-F56A-D3187320460B}"/>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8A6AF935-6AED-89A0-2FCE-1C8CF6E7DEA6}"/>
              </a:ext>
            </a:extLst>
          </p:cNvPr>
          <p:cNvSpPr>
            <a:spLocks noGrp="1"/>
          </p:cNvSpPr>
          <p:nvPr>
            <p:ph type="sldNum" sz="quarter" idx="12"/>
          </p:nvPr>
        </p:nvSpPr>
        <p:spPr/>
        <p:txBody>
          <a:bodyPr/>
          <a:lstStyle/>
          <a:p>
            <a:fld id="{8423621C-459A-4453-8D8C-2F24E4333A16}" type="slidenum">
              <a:rPr lang="en-TZ" smtClean="0"/>
              <a:t>‹#›</a:t>
            </a:fld>
            <a:endParaRPr lang="en-TZ"/>
          </a:p>
        </p:txBody>
      </p:sp>
    </p:spTree>
    <p:extLst>
      <p:ext uri="{BB962C8B-B14F-4D97-AF65-F5344CB8AC3E}">
        <p14:creationId xmlns:p14="http://schemas.microsoft.com/office/powerpoint/2010/main" val="1422095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33B7E-8078-4F76-C484-864B3A41C9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Z"/>
          </a:p>
        </p:txBody>
      </p:sp>
      <p:sp>
        <p:nvSpPr>
          <p:cNvPr id="3" name="Picture Placeholder 2">
            <a:extLst>
              <a:ext uri="{FF2B5EF4-FFF2-40B4-BE49-F238E27FC236}">
                <a16:creationId xmlns:a16="http://schemas.microsoft.com/office/drawing/2014/main" id="{EBD0674B-810C-3E13-2E60-EC4742C9D1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Z"/>
          </a:p>
        </p:txBody>
      </p:sp>
      <p:sp>
        <p:nvSpPr>
          <p:cNvPr id="4" name="Text Placeholder 3">
            <a:extLst>
              <a:ext uri="{FF2B5EF4-FFF2-40B4-BE49-F238E27FC236}">
                <a16:creationId xmlns:a16="http://schemas.microsoft.com/office/drawing/2014/main" id="{468F0412-9609-EFE8-0253-51AB5FC622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E63843-5228-7728-4150-FC895A58E532}"/>
              </a:ext>
            </a:extLst>
          </p:cNvPr>
          <p:cNvSpPr>
            <a:spLocks noGrp="1"/>
          </p:cNvSpPr>
          <p:nvPr>
            <p:ph type="dt" sz="half" idx="10"/>
          </p:nvPr>
        </p:nvSpPr>
        <p:spPr/>
        <p:txBody>
          <a:bodyPr/>
          <a:lstStyle/>
          <a:p>
            <a:fld id="{64D1DC5E-AECC-4F87-8E80-15E3B3256925}" type="datetimeFigureOut">
              <a:rPr lang="en-TZ" smtClean="0"/>
              <a:t>13/05/2025</a:t>
            </a:fld>
            <a:endParaRPr lang="en-TZ"/>
          </a:p>
        </p:txBody>
      </p:sp>
      <p:sp>
        <p:nvSpPr>
          <p:cNvPr id="6" name="Footer Placeholder 5">
            <a:extLst>
              <a:ext uri="{FF2B5EF4-FFF2-40B4-BE49-F238E27FC236}">
                <a16:creationId xmlns:a16="http://schemas.microsoft.com/office/drawing/2014/main" id="{5495446B-3314-E82E-0F52-F1E8FD70E2D5}"/>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D90C3D59-25B3-C8F3-EB48-B7D3B744336D}"/>
              </a:ext>
            </a:extLst>
          </p:cNvPr>
          <p:cNvSpPr>
            <a:spLocks noGrp="1"/>
          </p:cNvSpPr>
          <p:nvPr>
            <p:ph type="sldNum" sz="quarter" idx="12"/>
          </p:nvPr>
        </p:nvSpPr>
        <p:spPr/>
        <p:txBody>
          <a:bodyPr/>
          <a:lstStyle/>
          <a:p>
            <a:fld id="{8423621C-459A-4453-8D8C-2F24E4333A16}" type="slidenum">
              <a:rPr lang="en-TZ" smtClean="0"/>
              <a:t>‹#›</a:t>
            </a:fld>
            <a:endParaRPr lang="en-TZ"/>
          </a:p>
        </p:txBody>
      </p:sp>
    </p:spTree>
    <p:extLst>
      <p:ext uri="{BB962C8B-B14F-4D97-AF65-F5344CB8AC3E}">
        <p14:creationId xmlns:p14="http://schemas.microsoft.com/office/powerpoint/2010/main" val="3617862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DF633-31F4-5981-7883-C0E2B154986A}"/>
              </a:ext>
            </a:extLst>
          </p:cNvPr>
          <p:cNvSpPr>
            <a:spLocks noGrp="1"/>
          </p:cNvSpPr>
          <p:nvPr>
            <p:ph type="title"/>
          </p:nvPr>
        </p:nvSpPr>
        <p:spPr/>
        <p:txBody>
          <a:bodyPr/>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71BDBFB2-5B08-756F-8278-148C32A6E6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000453A5-5A3C-A209-AE6B-2AA0C341F2E4}"/>
              </a:ext>
            </a:extLst>
          </p:cNvPr>
          <p:cNvSpPr>
            <a:spLocks noGrp="1"/>
          </p:cNvSpPr>
          <p:nvPr>
            <p:ph type="dt" sz="half" idx="10"/>
          </p:nvPr>
        </p:nvSpPr>
        <p:spPr/>
        <p:txBody>
          <a:bodyPr/>
          <a:lstStyle/>
          <a:p>
            <a:fld id="{64D1DC5E-AECC-4F87-8E80-15E3B3256925}" type="datetimeFigureOut">
              <a:rPr lang="en-TZ" smtClean="0"/>
              <a:t>13/05/2025</a:t>
            </a:fld>
            <a:endParaRPr lang="en-TZ"/>
          </a:p>
        </p:txBody>
      </p:sp>
      <p:sp>
        <p:nvSpPr>
          <p:cNvPr id="5" name="Footer Placeholder 4">
            <a:extLst>
              <a:ext uri="{FF2B5EF4-FFF2-40B4-BE49-F238E27FC236}">
                <a16:creationId xmlns:a16="http://schemas.microsoft.com/office/drawing/2014/main" id="{998300D5-028C-DA1D-AE43-FDF81652A9E1}"/>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106DBC73-16FE-4631-421A-CA72C8ACE7D9}"/>
              </a:ext>
            </a:extLst>
          </p:cNvPr>
          <p:cNvSpPr>
            <a:spLocks noGrp="1"/>
          </p:cNvSpPr>
          <p:nvPr>
            <p:ph type="sldNum" sz="quarter" idx="12"/>
          </p:nvPr>
        </p:nvSpPr>
        <p:spPr/>
        <p:txBody>
          <a:bodyPr/>
          <a:lstStyle/>
          <a:p>
            <a:fld id="{8423621C-459A-4453-8D8C-2F24E4333A16}" type="slidenum">
              <a:rPr lang="en-TZ" smtClean="0"/>
              <a:t>‹#›</a:t>
            </a:fld>
            <a:endParaRPr lang="en-TZ"/>
          </a:p>
        </p:txBody>
      </p:sp>
    </p:spTree>
    <p:extLst>
      <p:ext uri="{BB962C8B-B14F-4D97-AF65-F5344CB8AC3E}">
        <p14:creationId xmlns:p14="http://schemas.microsoft.com/office/powerpoint/2010/main" val="3617381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CB06D2-E46F-8A4D-FC85-19FADCDE3F6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DE2EB542-8851-E830-9A77-8E88DC452E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461AD3DE-6A97-CB56-D008-9795B0CE89ED}"/>
              </a:ext>
            </a:extLst>
          </p:cNvPr>
          <p:cNvSpPr>
            <a:spLocks noGrp="1"/>
          </p:cNvSpPr>
          <p:nvPr>
            <p:ph type="dt" sz="half" idx="10"/>
          </p:nvPr>
        </p:nvSpPr>
        <p:spPr/>
        <p:txBody>
          <a:bodyPr/>
          <a:lstStyle/>
          <a:p>
            <a:fld id="{64D1DC5E-AECC-4F87-8E80-15E3B3256925}" type="datetimeFigureOut">
              <a:rPr lang="en-TZ" smtClean="0"/>
              <a:t>13/05/2025</a:t>
            </a:fld>
            <a:endParaRPr lang="en-TZ"/>
          </a:p>
        </p:txBody>
      </p:sp>
      <p:sp>
        <p:nvSpPr>
          <p:cNvPr id="5" name="Footer Placeholder 4">
            <a:extLst>
              <a:ext uri="{FF2B5EF4-FFF2-40B4-BE49-F238E27FC236}">
                <a16:creationId xmlns:a16="http://schemas.microsoft.com/office/drawing/2014/main" id="{06026029-B314-D7AA-D9CC-9D7FEF726436}"/>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49AEAAFA-2D53-CB27-9EA2-F8278AD0174A}"/>
              </a:ext>
            </a:extLst>
          </p:cNvPr>
          <p:cNvSpPr>
            <a:spLocks noGrp="1"/>
          </p:cNvSpPr>
          <p:nvPr>
            <p:ph type="sldNum" sz="quarter" idx="12"/>
          </p:nvPr>
        </p:nvSpPr>
        <p:spPr/>
        <p:txBody>
          <a:bodyPr/>
          <a:lstStyle/>
          <a:p>
            <a:fld id="{8423621C-459A-4453-8D8C-2F24E4333A16}" type="slidenum">
              <a:rPr lang="en-TZ" smtClean="0"/>
              <a:t>‹#›</a:t>
            </a:fld>
            <a:endParaRPr lang="en-TZ"/>
          </a:p>
        </p:txBody>
      </p:sp>
    </p:spTree>
    <p:extLst>
      <p:ext uri="{BB962C8B-B14F-4D97-AF65-F5344CB8AC3E}">
        <p14:creationId xmlns:p14="http://schemas.microsoft.com/office/powerpoint/2010/main" val="2896592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0C41BB-6CC4-6564-91DA-A195C6ACAF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Z"/>
          </a:p>
        </p:txBody>
      </p:sp>
      <p:sp>
        <p:nvSpPr>
          <p:cNvPr id="3" name="Text Placeholder 2">
            <a:extLst>
              <a:ext uri="{FF2B5EF4-FFF2-40B4-BE49-F238E27FC236}">
                <a16:creationId xmlns:a16="http://schemas.microsoft.com/office/drawing/2014/main" id="{2BA80F40-0335-9BBD-D0B1-2D69A7EE87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C5E15D76-7F0F-5E06-5EA3-379D532EEC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D1DC5E-AECC-4F87-8E80-15E3B3256925}" type="datetimeFigureOut">
              <a:rPr lang="en-TZ" smtClean="0"/>
              <a:t>13/05/2025</a:t>
            </a:fld>
            <a:endParaRPr lang="en-TZ"/>
          </a:p>
        </p:txBody>
      </p:sp>
      <p:sp>
        <p:nvSpPr>
          <p:cNvPr id="5" name="Footer Placeholder 4">
            <a:extLst>
              <a:ext uri="{FF2B5EF4-FFF2-40B4-BE49-F238E27FC236}">
                <a16:creationId xmlns:a16="http://schemas.microsoft.com/office/drawing/2014/main" id="{3DE215CD-75D6-3125-499B-0C64EA2E27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TZ"/>
          </a:p>
        </p:txBody>
      </p:sp>
      <p:sp>
        <p:nvSpPr>
          <p:cNvPr id="6" name="Slide Number Placeholder 5">
            <a:extLst>
              <a:ext uri="{FF2B5EF4-FFF2-40B4-BE49-F238E27FC236}">
                <a16:creationId xmlns:a16="http://schemas.microsoft.com/office/drawing/2014/main" id="{DE3C5DAE-F96D-7853-ECFE-D7C5E10411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23621C-459A-4453-8D8C-2F24E4333A16}" type="slidenum">
              <a:rPr lang="en-TZ" smtClean="0"/>
              <a:t>‹#›</a:t>
            </a:fld>
            <a:endParaRPr lang="en-TZ"/>
          </a:p>
        </p:txBody>
      </p:sp>
    </p:spTree>
    <p:extLst>
      <p:ext uri="{BB962C8B-B14F-4D97-AF65-F5344CB8AC3E}">
        <p14:creationId xmlns:p14="http://schemas.microsoft.com/office/powerpoint/2010/main" val="3843983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ecampusontario.pressbooks.pub/auditinginformationsystems/chapter/0301/#term_413_741"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ecampusontario.pressbooks.pub/auditinginformationsystems/chapter/0301/#term_413_742"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ecampusontario.pressbooks.pub/auditinginformationsystems/chapter/0301/#term_413_1394"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ecampusontario.pressbooks.pub/auditinginformationsystems/chapter/0301/#term_413_743"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theiia.org/en/content/guidance/recommended/supplemental/practice-guides/engagement-planning-establishing-objectives-and-scope/" TargetMode="External"/><Relationship Id="rId2" Type="http://schemas.openxmlformats.org/officeDocument/2006/relationships/hyperlink" Target="https://www.ifac.org/system/files/publications/files/A016%202013%20IAASB%20Handbook%20ISA%20300.pdf"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3B6A8-47EF-2201-DEAF-319428D2A8B5}"/>
              </a:ext>
            </a:extLst>
          </p:cNvPr>
          <p:cNvSpPr>
            <a:spLocks noGrp="1"/>
          </p:cNvSpPr>
          <p:nvPr>
            <p:ph type="ctrTitle"/>
          </p:nvPr>
        </p:nvSpPr>
        <p:spPr/>
        <p:txBody>
          <a:bodyPr/>
          <a:lstStyle/>
          <a:p>
            <a:r>
              <a:rPr lang="en-US" dirty="0"/>
              <a:t>INF3201: </a:t>
            </a:r>
            <a:r>
              <a:rPr lang="en-US" dirty="0">
                <a:solidFill>
                  <a:srgbClr val="000000"/>
                </a:solidFill>
                <a:effectLst/>
                <a:latin typeface="Aptos Display" panose="020B0004020202020204" pitchFamily="34" charset="0"/>
                <a:ea typeface="Times New Roman" panose="02020603050405020304" pitchFamily="18" charset="0"/>
              </a:rPr>
              <a:t>Information Systems Audit and Control</a:t>
            </a:r>
            <a:endParaRPr lang="en-TZ" dirty="0">
              <a:latin typeface="Aptos Display" panose="020B0004020202020204" pitchFamily="34" charset="0"/>
            </a:endParaRPr>
          </a:p>
        </p:txBody>
      </p:sp>
      <p:sp>
        <p:nvSpPr>
          <p:cNvPr id="3" name="Subtitle 2">
            <a:extLst>
              <a:ext uri="{FF2B5EF4-FFF2-40B4-BE49-F238E27FC236}">
                <a16:creationId xmlns:a16="http://schemas.microsoft.com/office/drawing/2014/main" id="{697D91A5-BF84-1396-9C35-58EE400F32AD}"/>
              </a:ext>
            </a:extLst>
          </p:cNvPr>
          <p:cNvSpPr>
            <a:spLocks noGrp="1"/>
          </p:cNvSpPr>
          <p:nvPr>
            <p:ph type="subTitle" idx="1"/>
          </p:nvPr>
        </p:nvSpPr>
        <p:spPr/>
        <p:txBody>
          <a:bodyPr>
            <a:normAutofit/>
          </a:bodyPr>
          <a:lstStyle/>
          <a:p>
            <a:r>
              <a:rPr lang="en-US" sz="4000" b="1" dirty="0">
                <a:solidFill>
                  <a:srgbClr val="000000"/>
                </a:solidFill>
                <a:effectLst/>
                <a:latin typeface="+mj-lt"/>
                <a:ea typeface="Times New Roman" panose="02020603050405020304" pitchFamily="18" charset="0"/>
              </a:rPr>
              <a:t>Week 1 - 2: The Process of Auditing Information Systems</a:t>
            </a:r>
            <a:endParaRPr lang="en-TZ" sz="4000" dirty="0">
              <a:latin typeface="+mj-lt"/>
            </a:endParaRPr>
          </a:p>
        </p:txBody>
      </p:sp>
    </p:spTree>
    <p:extLst>
      <p:ext uri="{BB962C8B-B14F-4D97-AF65-F5344CB8AC3E}">
        <p14:creationId xmlns:p14="http://schemas.microsoft.com/office/powerpoint/2010/main" val="3132264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6FB8F-C715-C552-363A-3C8D199FE696}"/>
              </a:ext>
            </a:extLst>
          </p:cNvPr>
          <p:cNvSpPr>
            <a:spLocks noGrp="1"/>
          </p:cNvSpPr>
          <p:nvPr>
            <p:ph type="title"/>
          </p:nvPr>
        </p:nvSpPr>
        <p:spPr/>
        <p:txBody>
          <a:bodyPr>
            <a:normAutofit/>
          </a:bodyPr>
          <a:lstStyle/>
          <a:p>
            <a:r>
              <a:rPr lang="en-US" sz="6000" dirty="0">
                <a:solidFill>
                  <a:srgbClr val="000000"/>
                </a:solidFill>
                <a:effectLst/>
                <a:latin typeface="Times New Roman" panose="02020603050405020304" pitchFamily="18" charset="0"/>
                <a:ea typeface="Times New Roman" panose="02020603050405020304" pitchFamily="18" charset="0"/>
              </a:rPr>
              <a:t>Risk-based IT audit strategy</a:t>
            </a:r>
            <a:endParaRPr lang="en-TZ" sz="6000" dirty="0"/>
          </a:p>
        </p:txBody>
      </p:sp>
      <p:sp>
        <p:nvSpPr>
          <p:cNvPr id="3" name="Content Placeholder 2">
            <a:extLst>
              <a:ext uri="{FF2B5EF4-FFF2-40B4-BE49-F238E27FC236}">
                <a16:creationId xmlns:a16="http://schemas.microsoft.com/office/drawing/2014/main" id="{F05FECAA-A373-6662-110A-9355F5CD38E5}"/>
              </a:ext>
            </a:extLst>
          </p:cNvPr>
          <p:cNvSpPr>
            <a:spLocks noGrp="1"/>
          </p:cNvSpPr>
          <p:nvPr>
            <p:ph idx="1"/>
          </p:nvPr>
        </p:nvSpPr>
        <p:spPr/>
        <p:txBody>
          <a:bodyPr/>
          <a:lstStyle/>
          <a:p>
            <a:r>
              <a:rPr lang="en-US" b="0" i="0" dirty="0">
                <a:solidFill>
                  <a:srgbClr val="373D3F"/>
                </a:solidFill>
                <a:effectLst/>
                <a:highlight>
                  <a:srgbClr val="FFFFFF"/>
                </a:highlight>
                <a:latin typeface="Montserrat" panose="020F0502020204030204" pitchFamily="2" charset="0"/>
              </a:rPr>
              <a:t>The essence of a risk-based audit plan lies in its ability to anticipate and mitigate risks in a rapidly evolving IT landscape. </a:t>
            </a:r>
          </a:p>
          <a:p>
            <a:r>
              <a:rPr lang="en-US" b="0" i="0" dirty="0">
                <a:solidFill>
                  <a:srgbClr val="373D3F"/>
                </a:solidFill>
                <a:effectLst/>
                <a:highlight>
                  <a:srgbClr val="FFFFFF"/>
                </a:highlight>
                <a:latin typeface="Montserrat" panose="020F0502020204030204" pitchFamily="2" charset="0"/>
              </a:rPr>
              <a:t>Such a plan is not merely a procedural requirement but a strategic tool instrumental in safeguarding an organization’s digital assets and ensuring compliance with regulatory standards. </a:t>
            </a:r>
          </a:p>
          <a:p>
            <a:r>
              <a:rPr lang="en-US" b="0" i="0" dirty="0">
                <a:solidFill>
                  <a:srgbClr val="373D3F"/>
                </a:solidFill>
                <a:effectLst/>
                <a:highlight>
                  <a:srgbClr val="FFFFFF"/>
                </a:highlight>
                <a:latin typeface="Montserrat" panose="020F0502020204030204" pitchFamily="2" charset="0"/>
              </a:rPr>
              <a:t>It necessitates a forward-looking perspective that aligns with the organization’s immediate and long-term goals.</a:t>
            </a:r>
            <a:endParaRPr lang="en-TZ" dirty="0"/>
          </a:p>
        </p:txBody>
      </p:sp>
    </p:spTree>
    <p:extLst>
      <p:ext uri="{BB962C8B-B14F-4D97-AF65-F5344CB8AC3E}">
        <p14:creationId xmlns:p14="http://schemas.microsoft.com/office/powerpoint/2010/main" val="889611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463DE4-8AC9-AFD7-C308-10368D45A00E}"/>
              </a:ext>
            </a:extLst>
          </p:cNvPr>
          <p:cNvSpPr>
            <a:spLocks noGrp="1"/>
          </p:cNvSpPr>
          <p:nvPr>
            <p:ph idx="1"/>
          </p:nvPr>
        </p:nvSpPr>
        <p:spPr>
          <a:xfrm>
            <a:off x="838200" y="554636"/>
            <a:ext cx="10515600" cy="5622327"/>
          </a:xfrm>
        </p:spPr>
        <p:txBody>
          <a:bodyPr/>
          <a:lstStyle/>
          <a:p>
            <a:r>
              <a:rPr lang="en-US" b="0" i="0" dirty="0">
                <a:solidFill>
                  <a:srgbClr val="373D3F"/>
                </a:solidFill>
                <a:effectLst/>
                <a:highlight>
                  <a:srgbClr val="FFFFFF"/>
                </a:highlight>
                <a:latin typeface="Montserrat" panose="00000500000000000000" pitchFamily="2" charset="0"/>
              </a:rPr>
              <a:t>The process begins with identifying key risk areas within an organization’s IT framework to pinpoint potential vulnerabilities and areas where the organization is most susceptible to risks, be it in data security, system integrity, or compliance with regulations. </a:t>
            </a:r>
          </a:p>
          <a:p>
            <a:r>
              <a:rPr lang="en-US" b="0" i="0" dirty="0">
                <a:solidFill>
                  <a:srgbClr val="373D3F"/>
                </a:solidFill>
                <a:effectLst/>
                <a:highlight>
                  <a:srgbClr val="FFFFFF"/>
                </a:highlight>
                <a:latin typeface="Montserrat" panose="00000500000000000000" pitchFamily="2" charset="0"/>
              </a:rPr>
              <a:t>This requires a comprehensive </a:t>
            </a:r>
            <a:r>
              <a:rPr lang="en-US" b="1" i="0" u="none" strike="noStrike" dirty="0">
                <a:solidFill>
                  <a:srgbClr val="373D3F"/>
                </a:solidFill>
                <a:effectLst/>
                <a:highlight>
                  <a:srgbClr val="FFFFFF"/>
                </a:highlight>
                <a:latin typeface="inherit"/>
                <a:hlinkClick r:id="rId2"/>
              </a:rPr>
              <a:t>analysis</a:t>
            </a:r>
            <a:r>
              <a:rPr lang="en-US" b="0" i="0" dirty="0">
                <a:solidFill>
                  <a:srgbClr val="373D3F"/>
                </a:solidFill>
                <a:effectLst/>
                <a:highlight>
                  <a:srgbClr val="FFFFFF"/>
                </a:highlight>
                <a:latin typeface="Montserrat" panose="00000500000000000000" pitchFamily="2" charset="0"/>
              </a:rPr>
              <a:t> of the organization’s IT infrastructure, including a detailed understanding of various systems, applications, and the business processes they support.</a:t>
            </a:r>
          </a:p>
          <a:p>
            <a:r>
              <a:rPr lang="en-US" b="0" i="0" dirty="0">
                <a:solidFill>
                  <a:srgbClr val="222222"/>
                </a:solidFill>
                <a:effectLst/>
                <a:highlight>
                  <a:srgbClr val="FFFFFF"/>
                </a:highlight>
                <a:latin typeface="Montserrat" panose="00000500000000000000" pitchFamily="2" charset="0"/>
              </a:rPr>
              <a:t>Analysis involves scrutinizing data and information to identify patterns, anomalies, and trends. This often entails analyzing system logs, financial records, and transaction data in IS auditing.</a:t>
            </a:r>
          </a:p>
          <a:p>
            <a:endParaRPr lang="en-TZ" dirty="0"/>
          </a:p>
        </p:txBody>
      </p:sp>
    </p:spTree>
    <p:extLst>
      <p:ext uri="{BB962C8B-B14F-4D97-AF65-F5344CB8AC3E}">
        <p14:creationId xmlns:p14="http://schemas.microsoft.com/office/powerpoint/2010/main" val="1111239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06ECB9-9215-8741-9194-CE96B6608EC4}"/>
              </a:ext>
            </a:extLst>
          </p:cNvPr>
          <p:cNvSpPr>
            <a:spLocks noGrp="1"/>
          </p:cNvSpPr>
          <p:nvPr>
            <p:ph idx="1"/>
          </p:nvPr>
        </p:nvSpPr>
        <p:spPr>
          <a:xfrm>
            <a:off x="838200" y="719528"/>
            <a:ext cx="10515600" cy="5457435"/>
          </a:xfrm>
        </p:spPr>
        <p:txBody>
          <a:bodyPr>
            <a:normAutofit/>
          </a:bodyPr>
          <a:lstStyle/>
          <a:p>
            <a:r>
              <a:rPr lang="en-US" b="0" i="0" dirty="0">
                <a:solidFill>
                  <a:srgbClr val="373D3F"/>
                </a:solidFill>
                <a:effectLst/>
                <a:highlight>
                  <a:srgbClr val="FFFFFF"/>
                </a:highlight>
                <a:latin typeface="Montserrat" panose="00000500000000000000" pitchFamily="2" charset="0"/>
              </a:rPr>
              <a:t>Once the risks are identified, the next step involves the prioritization of these risks. This prioritization is not a mere sequence of risks, but a strategic categorization based on potential impact and likelihood of occurrence. </a:t>
            </a:r>
          </a:p>
          <a:p>
            <a:r>
              <a:rPr lang="en-US" b="0" i="0" dirty="0">
                <a:solidFill>
                  <a:srgbClr val="373D3F"/>
                </a:solidFill>
                <a:effectLst/>
                <a:highlight>
                  <a:srgbClr val="FFFFFF"/>
                </a:highlight>
                <a:latin typeface="Montserrat" panose="00000500000000000000" pitchFamily="2" charset="0"/>
              </a:rPr>
              <a:t>It is a delicate balance that weighs various factors, including the potential financial implications, operational disruptions, and reputational risks. Integrating industry and regulatory standards into the planning process is another critical aspect. Standards such as ISO 27001 and GDPR are benchmarks, ensuring the audit plan adheres to internal organizational standards and aligns with global best practices and legal requirements.</a:t>
            </a:r>
            <a:endParaRPr lang="en-TZ" dirty="0"/>
          </a:p>
        </p:txBody>
      </p:sp>
    </p:spTree>
    <p:extLst>
      <p:ext uri="{BB962C8B-B14F-4D97-AF65-F5344CB8AC3E}">
        <p14:creationId xmlns:p14="http://schemas.microsoft.com/office/powerpoint/2010/main" val="2606977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8F17F6-0255-64C5-C5F8-BA9C7F00227A}"/>
              </a:ext>
            </a:extLst>
          </p:cNvPr>
          <p:cNvSpPr>
            <a:spLocks noGrp="1"/>
          </p:cNvSpPr>
          <p:nvPr>
            <p:ph idx="1"/>
          </p:nvPr>
        </p:nvSpPr>
        <p:spPr>
          <a:xfrm>
            <a:off x="838200" y="824459"/>
            <a:ext cx="10515600" cy="5352504"/>
          </a:xfrm>
        </p:spPr>
        <p:txBody>
          <a:bodyPr/>
          <a:lstStyle/>
          <a:p>
            <a:r>
              <a:rPr lang="en-US" b="0" i="0" dirty="0">
                <a:effectLst/>
                <a:highlight>
                  <a:srgbClr val="FFFFFF"/>
                </a:highlight>
                <a:latin typeface="Montserrat" panose="00000500000000000000" pitchFamily="2" charset="0"/>
              </a:rPr>
              <a:t>Allocating resources is a pivotal part of the planning process as it involves assigning the right mix of skills and tools to address the identified risks. </a:t>
            </a:r>
          </a:p>
          <a:p>
            <a:r>
              <a:rPr lang="en-US" b="0" i="0" dirty="0">
                <a:effectLst/>
                <a:highlight>
                  <a:srgbClr val="FFFFFF"/>
                </a:highlight>
                <a:latin typeface="Montserrat" panose="00000500000000000000" pitchFamily="2" charset="0"/>
              </a:rPr>
              <a:t>It is based on the nature and complexity of the risks, ensuring the audit team is well-equipped to conduct a thorough and effective audit. </a:t>
            </a:r>
          </a:p>
          <a:p>
            <a:r>
              <a:rPr lang="en-US" b="0" i="0" dirty="0">
                <a:effectLst/>
                <a:highlight>
                  <a:srgbClr val="FFFFFF"/>
                </a:highlight>
                <a:latin typeface="Montserrat" panose="00000500000000000000" pitchFamily="2" charset="0"/>
              </a:rPr>
              <a:t>Similarly, reviewing past audits and their findings plays a significant role in shaping the current audit plan. </a:t>
            </a:r>
          </a:p>
          <a:p>
            <a:r>
              <a:rPr lang="en-US" b="0" i="0" dirty="0">
                <a:effectLst/>
                <a:highlight>
                  <a:srgbClr val="FFFFFF"/>
                </a:highlight>
                <a:latin typeface="Montserrat" panose="00000500000000000000" pitchFamily="2" charset="0"/>
              </a:rPr>
              <a:t>This retrospective analysis helps identify recurring issues, understand the effectiveness of prior recommendations, and refine the current approach.</a:t>
            </a:r>
            <a:endParaRPr lang="en-TZ" dirty="0"/>
          </a:p>
        </p:txBody>
      </p:sp>
    </p:spTree>
    <p:extLst>
      <p:ext uri="{BB962C8B-B14F-4D97-AF65-F5344CB8AC3E}">
        <p14:creationId xmlns:p14="http://schemas.microsoft.com/office/powerpoint/2010/main" val="1385998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B17E8-80E1-E90A-AA06-21131E5C18E0}"/>
              </a:ext>
            </a:extLst>
          </p:cNvPr>
          <p:cNvSpPr>
            <a:spLocks noGrp="1"/>
          </p:cNvSpPr>
          <p:nvPr>
            <p:ph type="title"/>
          </p:nvPr>
        </p:nvSpPr>
        <p:spPr/>
        <p:txBody>
          <a:bodyPr>
            <a:normAutofit/>
          </a:bodyPr>
          <a:lstStyle/>
          <a:p>
            <a:r>
              <a:rPr lang="en-US" sz="4000" i="0" dirty="0">
                <a:solidFill>
                  <a:srgbClr val="373D3F"/>
                </a:solidFill>
                <a:effectLst/>
                <a:highlight>
                  <a:srgbClr val="FFFFFF"/>
                </a:highlight>
                <a:latin typeface="Montserrat" panose="00000500000000000000" pitchFamily="2" charset="0"/>
              </a:rPr>
              <a:t>Risk-based IS Audit Planning Process</a:t>
            </a:r>
            <a:endParaRPr lang="en-TZ" sz="4000" dirty="0"/>
          </a:p>
        </p:txBody>
      </p:sp>
      <p:sp>
        <p:nvSpPr>
          <p:cNvPr id="3" name="Content Placeholder 2">
            <a:extLst>
              <a:ext uri="{FF2B5EF4-FFF2-40B4-BE49-F238E27FC236}">
                <a16:creationId xmlns:a16="http://schemas.microsoft.com/office/drawing/2014/main" id="{D7C4F0B8-E359-B9A2-648C-FDF2214CE562}"/>
              </a:ext>
            </a:extLst>
          </p:cNvPr>
          <p:cNvSpPr>
            <a:spLocks noGrp="1"/>
          </p:cNvSpPr>
          <p:nvPr>
            <p:ph idx="1"/>
          </p:nvPr>
        </p:nvSpPr>
        <p:spPr/>
        <p:txBody>
          <a:bodyPr>
            <a:normAutofit fontScale="92500" lnSpcReduction="10000"/>
          </a:bodyPr>
          <a:lstStyle/>
          <a:p>
            <a:r>
              <a:rPr lang="en-US" b="0" i="0" dirty="0">
                <a:solidFill>
                  <a:srgbClr val="373D3F"/>
                </a:solidFill>
                <a:effectLst/>
                <a:highlight>
                  <a:srgbClr val="FFFFFF"/>
                </a:highlight>
                <a:latin typeface="Montserrat" panose="00000500000000000000" pitchFamily="2" charset="0"/>
              </a:rPr>
              <a:t>The risk-based IS audit planning process is a structured approach central to effective IS auditing.</a:t>
            </a:r>
          </a:p>
          <a:p>
            <a:r>
              <a:rPr lang="en-US" b="0" i="0" dirty="0">
                <a:solidFill>
                  <a:srgbClr val="373D3F"/>
                </a:solidFill>
                <a:effectLst/>
                <a:highlight>
                  <a:srgbClr val="FFFFFF"/>
                </a:highlight>
                <a:latin typeface="Montserrat" panose="00000500000000000000" pitchFamily="2" charset="0"/>
              </a:rPr>
              <a:t>Given the ever-evolving nature and extent of the IT’s influence over the organization’s operations, assessing enterprise-wide IT risk and controls can be daunting. </a:t>
            </a:r>
          </a:p>
          <a:p>
            <a:r>
              <a:rPr lang="en-US" b="0" i="0" dirty="0">
                <a:solidFill>
                  <a:srgbClr val="373D3F"/>
                </a:solidFill>
                <a:effectLst/>
                <a:highlight>
                  <a:srgbClr val="FFFFFF"/>
                </a:highlight>
                <a:latin typeface="Montserrat" panose="00000500000000000000" pitchFamily="2" charset="0"/>
              </a:rPr>
              <a:t>While most progressive organizations and IS audit functions aim to maintain a complete inventory of their IT infrastructure components, it is not always possible or feasible. </a:t>
            </a:r>
          </a:p>
          <a:p>
            <a:r>
              <a:rPr lang="en-US" b="0" i="0" dirty="0">
                <a:solidFill>
                  <a:srgbClr val="373D3F"/>
                </a:solidFill>
                <a:effectLst/>
                <a:highlight>
                  <a:srgbClr val="FFFFFF"/>
                </a:highlight>
                <a:latin typeface="Montserrat" panose="00000500000000000000" pitchFamily="2" charset="0"/>
              </a:rPr>
              <a:t>As an acceptable alternative, IS audit functions tend to perform the following in preparation of developing a risk-based audit plan:</a:t>
            </a:r>
            <a:endParaRPr lang="en-TZ" dirty="0"/>
          </a:p>
        </p:txBody>
      </p:sp>
    </p:spTree>
    <p:extLst>
      <p:ext uri="{BB962C8B-B14F-4D97-AF65-F5344CB8AC3E}">
        <p14:creationId xmlns:p14="http://schemas.microsoft.com/office/powerpoint/2010/main" val="1066117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38F4A1-7CB0-D1BA-1A21-706A972A38C7}"/>
              </a:ext>
            </a:extLst>
          </p:cNvPr>
          <p:cNvSpPr>
            <a:spLocks noGrp="1"/>
          </p:cNvSpPr>
          <p:nvPr>
            <p:ph idx="1"/>
          </p:nvPr>
        </p:nvSpPr>
        <p:spPr>
          <a:xfrm>
            <a:off x="838200" y="674557"/>
            <a:ext cx="10515600" cy="5502406"/>
          </a:xfrm>
        </p:spPr>
        <p:txBody>
          <a:bodyPr>
            <a:normAutofit/>
          </a:bodyPr>
          <a:lstStyle/>
          <a:p>
            <a:pPr algn="l">
              <a:buFont typeface="Arial" panose="020B0604020202020204" pitchFamily="34" charset="0"/>
              <a:buChar char="•"/>
            </a:pPr>
            <a:r>
              <a:rPr lang="en-US" sz="3200" b="0" i="0" dirty="0">
                <a:solidFill>
                  <a:srgbClr val="373D3F"/>
                </a:solidFill>
                <a:effectLst/>
                <a:highlight>
                  <a:srgbClr val="FFFFFF"/>
                </a:highlight>
                <a:latin typeface="Montserrat" panose="00000500000000000000" pitchFamily="2" charset="0"/>
              </a:rPr>
              <a:t>Performing IT risk assessments annually to identify the new technologies impacting the organization.</a:t>
            </a:r>
          </a:p>
          <a:p>
            <a:pPr algn="l">
              <a:buFont typeface="Arial" panose="020B0604020202020204" pitchFamily="34" charset="0"/>
              <a:buChar char="•"/>
            </a:pPr>
            <a:r>
              <a:rPr lang="en-US" sz="3200" b="0" i="0" dirty="0">
                <a:solidFill>
                  <a:srgbClr val="373D3F"/>
                </a:solidFill>
                <a:effectLst/>
                <a:highlight>
                  <a:srgbClr val="FFFFFF"/>
                </a:highlight>
                <a:latin typeface="Montserrat" panose="00000500000000000000" pitchFamily="2" charset="0"/>
              </a:rPr>
              <a:t>Becoming familiar with the IT’s short-term initiatives and analyzing how they impact the IT risk assessment.</a:t>
            </a:r>
          </a:p>
          <a:p>
            <a:pPr algn="l">
              <a:buFont typeface="Arial" panose="020B0604020202020204" pitchFamily="34" charset="0"/>
              <a:buChar char="•"/>
            </a:pPr>
            <a:r>
              <a:rPr lang="en-US" sz="3200" b="0" i="0" dirty="0">
                <a:solidFill>
                  <a:srgbClr val="373D3F"/>
                </a:solidFill>
                <a:effectLst/>
                <a:highlight>
                  <a:srgbClr val="FFFFFF"/>
                </a:highlight>
                <a:latin typeface="Montserrat" panose="00000500000000000000" pitchFamily="2" charset="0"/>
              </a:rPr>
              <a:t>Beginning each IT audit by reviewing its risk assessment component.</a:t>
            </a:r>
          </a:p>
          <a:p>
            <a:pPr algn="l">
              <a:buFont typeface="Arial" panose="020B0604020202020204" pitchFamily="34" charset="0"/>
              <a:buChar char="•"/>
            </a:pPr>
            <a:r>
              <a:rPr lang="en-US" sz="3200" b="0" i="0" dirty="0">
                <a:solidFill>
                  <a:srgbClr val="373D3F"/>
                </a:solidFill>
                <a:effectLst/>
                <a:highlight>
                  <a:srgbClr val="FFFFFF"/>
                </a:highlight>
                <a:latin typeface="Montserrat" panose="00000500000000000000" pitchFamily="2" charset="0"/>
              </a:rPr>
              <a:t>Monitoring the organization’s IT-related risk profile and adapting </a:t>
            </a:r>
            <a:r>
              <a:rPr lang="en-US" sz="3200" b="1" i="0" u="none" strike="noStrike" dirty="0">
                <a:solidFill>
                  <a:srgbClr val="373D3F"/>
                </a:solidFill>
                <a:effectLst/>
                <a:highlight>
                  <a:srgbClr val="FFFFFF"/>
                </a:highlight>
                <a:latin typeface="inherit"/>
                <a:hlinkClick r:id="rId2"/>
              </a:rPr>
              <a:t>audit procedures </a:t>
            </a:r>
            <a:r>
              <a:rPr lang="en-US" sz="3200" b="0" i="0" dirty="0">
                <a:solidFill>
                  <a:srgbClr val="373D3F"/>
                </a:solidFill>
                <a:effectLst/>
                <a:highlight>
                  <a:srgbClr val="FFFFFF"/>
                </a:highlight>
                <a:latin typeface="Montserrat" panose="00000500000000000000" pitchFamily="2" charset="0"/>
              </a:rPr>
              <a:t>as it evolves.</a:t>
            </a:r>
          </a:p>
          <a:p>
            <a:pPr marL="0" indent="0">
              <a:buNone/>
            </a:pPr>
            <a:endParaRPr lang="en-TZ" sz="3200" dirty="0"/>
          </a:p>
        </p:txBody>
      </p:sp>
    </p:spTree>
    <p:extLst>
      <p:ext uri="{BB962C8B-B14F-4D97-AF65-F5344CB8AC3E}">
        <p14:creationId xmlns:p14="http://schemas.microsoft.com/office/powerpoint/2010/main" val="824777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28AA46-F3FA-A7B9-D129-D6EE0A435F98}"/>
              </a:ext>
            </a:extLst>
          </p:cNvPr>
          <p:cNvSpPr>
            <a:spLocks noGrp="1"/>
          </p:cNvSpPr>
          <p:nvPr>
            <p:ph idx="1"/>
          </p:nvPr>
        </p:nvSpPr>
        <p:spPr>
          <a:xfrm>
            <a:off x="838200" y="554636"/>
            <a:ext cx="10515600" cy="5622327"/>
          </a:xfrm>
        </p:spPr>
        <p:txBody>
          <a:bodyPr>
            <a:normAutofit lnSpcReduction="10000"/>
          </a:bodyPr>
          <a:lstStyle/>
          <a:p>
            <a:r>
              <a:rPr lang="en-US" b="0" i="0" dirty="0">
                <a:solidFill>
                  <a:srgbClr val="373D3F"/>
                </a:solidFill>
                <a:effectLst/>
                <a:highlight>
                  <a:srgbClr val="FFFFFF"/>
                </a:highlight>
                <a:latin typeface="Montserrat" panose="00000500000000000000" pitchFamily="2" charset="0"/>
              </a:rPr>
              <a:t>Additionally, several organizational and technological factors should be considered when developing the risk-based IS audit plan, such as the organization’s industry sector, revenue size, type, complexity of business processes, and geographic locations of operations. </a:t>
            </a:r>
          </a:p>
          <a:p>
            <a:r>
              <a:rPr lang="en-US" b="0" i="0" dirty="0">
                <a:solidFill>
                  <a:srgbClr val="373D3F"/>
                </a:solidFill>
                <a:effectLst/>
                <a:highlight>
                  <a:srgbClr val="FFFFFF"/>
                </a:highlight>
                <a:latin typeface="Montserrat" panose="00000500000000000000" pitchFamily="2" charset="0"/>
              </a:rPr>
              <a:t>More specifically, the following factors play a significant role in helping IS Audit functions shape their risk-based audit plans:</a:t>
            </a:r>
          </a:p>
          <a:p>
            <a:pPr algn="l">
              <a:buFont typeface="Arial" panose="020B0604020202020204" pitchFamily="34" charset="0"/>
              <a:buChar char="•"/>
            </a:pPr>
            <a:r>
              <a:rPr lang="en-US" b="1" i="0" dirty="0">
                <a:solidFill>
                  <a:srgbClr val="373D3F"/>
                </a:solidFill>
                <a:effectLst/>
                <a:highlight>
                  <a:srgbClr val="FFFFFF"/>
                </a:highlight>
                <a:latin typeface="Montserrat" panose="00000500000000000000" pitchFamily="2" charset="0"/>
              </a:rPr>
              <a:t>Extent of IT Use</a:t>
            </a:r>
            <a:endParaRPr lang="en-US" b="0" i="0" dirty="0">
              <a:solidFill>
                <a:srgbClr val="373D3F"/>
              </a:solidFill>
              <a:effectLst/>
              <a:highlight>
                <a:srgbClr val="FFFFFF"/>
              </a:highlight>
              <a:latin typeface="Montserrat" panose="00000500000000000000" pitchFamily="2" charset="0"/>
            </a:endParaRP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The extent of IT use needs to be considered in planning the nature, extent, and timing of audit procedures.</a:t>
            </a: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IT skills may be needed to understand the flow of some transactions.</a:t>
            </a: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Nature, timing, and extent are all affected by the extent of IT use.</a:t>
            </a:r>
          </a:p>
          <a:p>
            <a:endParaRPr lang="en-TZ" dirty="0"/>
          </a:p>
        </p:txBody>
      </p:sp>
    </p:spTree>
    <p:extLst>
      <p:ext uri="{BB962C8B-B14F-4D97-AF65-F5344CB8AC3E}">
        <p14:creationId xmlns:p14="http://schemas.microsoft.com/office/powerpoint/2010/main" val="3450754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905057-F07C-7BC6-64AB-6363DF92802C}"/>
              </a:ext>
            </a:extLst>
          </p:cNvPr>
          <p:cNvSpPr>
            <a:spLocks noGrp="1"/>
          </p:cNvSpPr>
          <p:nvPr>
            <p:ph idx="1"/>
          </p:nvPr>
        </p:nvSpPr>
        <p:spPr>
          <a:xfrm>
            <a:off x="838200" y="614597"/>
            <a:ext cx="10515600" cy="5562366"/>
          </a:xfrm>
        </p:spPr>
        <p:txBody>
          <a:bodyPr>
            <a:normAutofit/>
          </a:bodyPr>
          <a:lstStyle/>
          <a:p>
            <a:pPr algn="l">
              <a:buFont typeface="Arial" panose="020B0604020202020204" pitchFamily="34" charset="0"/>
              <a:buChar char="•"/>
            </a:pPr>
            <a:r>
              <a:rPr lang="en-US" b="1" i="0" dirty="0">
                <a:solidFill>
                  <a:srgbClr val="373D3F"/>
                </a:solidFill>
                <a:effectLst/>
                <a:highlight>
                  <a:srgbClr val="FFFFFF"/>
                </a:highlight>
                <a:latin typeface="Montserrat" panose="00000500000000000000" pitchFamily="2" charset="0"/>
              </a:rPr>
              <a:t>Availability of Data</a:t>
            </a:r>
            <a:endParaRPr lang="en-US" b="0" i="0" dirty="0">
              <a:solidFill>
                <a:srgbClr val="373D3F"/>
              </a:solidFill>
              <a:effectLst/>
              <a:highlight>
                <a:srgbClr val="FFFFFF"/>
              </a:highlight>
              <a:latin typeface="Montserrat" panose="00000500000000000000" pitchFamily="2" charset="0"/>
            </a:endParaRP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Input data, system-generated files and other data may exist only for short periods of time or only in computer readable form.</a:t>
            </a: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The client may have to adopt a retention policy that preserves information for audit purposes.</a:t>
            </a: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The auditor should plan to perform procedures when data is available.</a:t>
            </a:r>
          </a:p>
          <a:p>
            <a:pPr algn="l">
              <a:buFont typeface="Arial" panose="020B0604020202020204" pitchFamily="34" charset="0"/>
              <a:buChar char="•"/>
            </a:pPr>
            <a:r>
              <a:rPr lang="en-US" b="1" i="0" dirty="0">
                <a:solidFill>
                  <a:srgbClr val="373D3F"/>
                </a:solidFill>
                <a:effectLst/>
                <a:highlight>
                  <a:srgbClr val="FFFFFF"/>
                </a:highlight>
                <a:latin typeface="Montserrat" panose="00000500000000000000" pitchFamily="2" charset="0"/>
              </a:rPr>
              <a:t>Complexity of Operations</a:t>
            </a:r>
            <a:endParaRPr lang="en-US" b="0" i="0" dirty="0">
              <a:solidFill>
                <a:srgbClr val="373D3F"/>
              </a:solidFill>
              <a:effectLst/>
              <a:highlight>
                <a:srgbClr val="FFFFFF"/>
              </a:highlight>
              <a:latin typeface="Montserrat" panose="00000500000000000000" pitchFamily="2" charset="0"/>
            </a:endParaRP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Complexity refers to hardware configuration and the degree of integration of common files or data.</a:t>
            </a: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Another factor is the availability of transaction trails.</a:t>
            </a: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Significant processing of transactions by service providers affects planning.</a:t>
            </a:r>
          </a:p>
          <a:p>
            <a:endParaRPr lang="en-TZ" dirty="0"/>
          </a:p>
        </p:txBody>
      </p:sp>
    </p:spTree>
    <p:extLst>
      <p:ext uri="{BB962C8B-B14F-4D97-AF65-F5344CB8AC3E}">
        <p14:creationId xmlns:p14="http://schemas.microsoft.com/office/powerpoint/2010/main" val="530939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77CEDC-9B57-B321-9DA4-D75F06169270}"/>
              </a:ext>
            </a:extLst>
          </p:cNvPr>
          <p:cNvSpPr>
            <a:spLocks noGrp="1"/>
          </p:cNvSpPr>
          <p:nvPr>
            <p:ph idx="1"/>
          </p:nvPr>
        </p:nvSpPr>
        <p:spPr>
          <a:xfrm>
            <a:off x="838200" y="689548"/>
            <a:ext cx="10515600" cy="5487415"/>
          </a:xfrm>
        </p:spPr>
        <p:txBody>
          <a:bodyPr>
            <a:normAutofit/>
          </a:bodyPr>
          <a:lstStyle/>
          <a:p>
            <a:pPr algn="l">
              <a:buFont typeface="Arial" panose="020B0604020202020204" pitchFamily="34" charset="0"/>
              <a:buChar char="•"/>
            </a:pPr>
            <a:r>
              <a:rPr lang="en-US" b="1" i="0" dirty="0">
                <a:solidFill>
                  <a:srgbClr val="373D3F"/>
                </a:solidFill>
                <a:effectLst/>
                <a:highlight>
                  <a:srgbClr val="FFFFFF"/>
                </a:highlight>
                <a:latin typeface="Montserrat" panose="00000500000000000000" pitchFamily="2" charset="0"/>
              </a:rPr>
              <a:t>Need for Specialized Skills</a:t>
            </a:r>
            <a:endParaRPr lang="en-US" b="0" i="0" dirty="0">
              <a:solidFill>
                <a:srgbClr val="373D3F"/>
              </a:solidFill>
              <a:effectLst/>
              <a:highlight>
                <a:srgbClr val="FFFFFF"/>
              </a:highlight>
              <a:latin typeface="Montserrat" panose="00000500000000000000" pitchFamily="2" charset="0"/>
            </a:endParaRP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All aspects of a client’s systems should be considered in determining the need for specialized IT skills.</a:t>
            </a: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Audit team members should possess sufficient IT knowledge to know when to call on specialists.</a:t>
            </a:r>
          </a:p>
          <a:p>
            <a:pPr algn="l">
              <a:buFont typeface="Arial" panose="020B0604020202020204" pitchFamily="34" charset="0"/>
              <a:buChar char="•"/>
            </a:pPr>
            <a:r>
              <a:rPr lang="en-US" b="1" i="0" dirty="0">
                <a:solidFill>
                  <a:srgbClr val="373D3F"/>
                </a:solidFill>
                <a:effectLst/>
                <a:highlight>
                  <a:srgbClr val="FFFFFF"/>
                </a:highlight>
                <a:latin typeface="Montserrat" panose="00000500000000000000" pitchFamily="2" charset="0"/>
              </a:rPr>
              <a:t>IT Organizational Structure</a:t>
            </a:r>
            <a:endParaRPr lang="en-US" b="0" i="0" dirty="0">
              <a:solidFill>
                <a:srgbClr val="373D3F"/>
              </a:solidFill>
              <a:effectLst/>
              <a:highlight>
                <a:srgbClr val="FFFFFF"/>
              </a:highlight>
              <a:latin typeface="Montserrat" panose="00000500000000000000" pitchFamily="2" charset="0"/>
            </a:endParaRP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The degree of centralization of IT will affect the auditor’s controls assessment.</a:t>
            </a: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Centralized IT departments lead to uniform hardware and control structures throughout the entity.</a:t>
            </a: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Decentralized structures may have different hardware, software, and control procedures at each processing location.</a:t>
            </a:r>
          </a:p>
          <a:p>
            <a:endParaRPr lang="en-TZ" dirty="0"/>
          </a:p>
        </p:txBody>
      </p:sp>
    </p:spTree>
    <p:extLst>
      <p:ext uri="{BB962C8B-B14F-4D97-AF65-F5344CB8AC3E}">
        <p14:creationId xmlns:p14="http://schemas.microsoft.com/office/powerpoint/2010/main" val="1595483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F8FA2B-7097-BBED-8B2E-C3AE41B2C1DC}"/>
              </a:ext>
            </a:extLst>
          </p:cNvPr>
          <p:cNvSpPr>
            <a:spLocks noGrp="1"/>
          </p:cNvSpPr>
          <p:nvPr>
            <p:ph idx="1"/>
          </p:nvPr>
        </p:nvSpPr>
        <p:spPr>
          <a:xfrm>
            <a:off x="838200" y="584616"/>
            <a:ext cx="10515600" cy="5592347"/>
          </a:xfrm>
        </p:spPr>
        <p:txBody>
          <a:bodyPr>
            <a:normAutofit lnSpcReduction="10000"/>
          </a:bodyPr>
          <a:lstStyle/>
          <a:p>
            <a:pPr marL="0" indent="0" algn="l">
              <a:buNone/>
            </a:pPr>
            <a:r>
              <a:rPr lang="en-US" b="1" i="0" dirty="0">
                <a:solidFill>
                  <a:srgbClr val="373D3F"/>
                </a:solidFill>
                <a:effectLst/>
                <a:highlight>
                  <a:srgbClr val="FFFFFF"/>
                </a:highlight>
                <a:latin typeface="Montserrat" panose="00000500000000000000" pitchFamily="2" charset="0"/>
              </a:rPr>
              <a:t>Developing the risk-based IS audit plan</a:t>
            </a:r>
          </a:p>
          <a:p>
            <a:pPr algn="l"/>
            <a:r>
              <a:rPr lang="en-US" b="0" i="0" dirty="0">
                <a:solidFill>
                  <a:srgbClr val="373D3F"/>
                </a:solidFill>
                <a:effectLst/>
                <a:highlight>
                  <a:srgbClr val="FFFFFF"/>
                </a:highlight>
                <a:latin typeface="Montserrat" panose="00000500000000000000" pitchFamily="2" charset="0"/>
              </a:rPr>
              <a:t>Developing the risk-based IS audit plan should follow a systematic process to ensure that the IS auditors consider all fundamental business aspects and IT-service support activities. The foundation for the plan must be rooted in the organization’s objectives, strategies, and business model.</a:t>
            </a:r>
          </a:p>
          <a:p>
            <a:pPr algn="l"/>
            <a:r>
              <a:rPr lang="en-US" b="0" i="0" dirty="0">
                <a:solidFill>
                  <a:srgbClr val="373D3F"/>
                </a:solidFill>
                <a:effectLst/>
                <a:highlight>
                  <a:srgbClr val="FFFFFF"/>
                </a:highlight>
                <a:latin typeface="Montserrat" panose="00000500000000000000" pitchFamily="2" charset="0"/>
              </a:rPr>
              <a:t>The process begins with gaining an understanding of the business by identifying the strategies, organizational objectives, and business models that will enable the IS Auditor team to understand the organization’s unique business risks. The IS Audit team also must understand how existing business operations and IT service functions support the organization. Understanding the business also involves recognizing external factors.</a:t>
            </a:r>
          </a:p>
          <a:p>
            <a:endParaRPr lang="en-TZ" dirty="0"/>
          </a:p>
        </p:txBody>
      </p:sp>
    </p:spTree>
    <p:extLst>
      <p:ext uri="{BB962C8B-B14F-4D97-AF65-F5344CB8AC3E}">
        <p14:creationId xmlns:p14="http://schemas.microsoft.com/office/powerpoint/2010/main" val="1748461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10B70B-EAF0-4595-C0F7-E607D7A85C8B}"/>
              </a:ext>
            </a:extLst>
          </p:cNvPr>
          <p:cNvSpPr>
            <a:spLocks noGrp="1"/>
          </p:cNvSpPr>
          <p:nvPr>
            <p:ph idx="1"/>
          </p:nvPr>
        </p:nvSpPr>
        <p:spPr>
          <a:xfrm>
            <a:off x="838200" y="614598"/>
            <a:ext cx="10515600" cy="5562366"/>
          </a:xfrm>
        </p:spPr>
        <p:txBody>
          <a:bodyPr>
            <a:normAutofit/>
          </a:bodyPr>
          <a:lstStyle/>
          <a:p>
            <a:r>
              <a:rPr lang="en-US" b="0" i="0" dirty="0">
                <a:solidFill>
                  <a:srgbClr val="373D3F"/>
                </a:solidFill>
                <a:effectLst/>
                <a:highlight>
                  <a:srgbClr val="FFFFFF"/>
                </a:highlight>
                <a:latin typeface="Montserrat" panose="00000500000000000000" pitchFamily="2" charset="0"/>
              </a:rPr>
              <a:t>These include market trends, economic conditions, and technological advancements. Auditors should be aware of how these factors impact the organization. They must also understand the organization’s adaptability to these changes to better assess technological risks. </a:t>
            </a:r>
          </a:p>
          <a:p>
            <a:r>
              <a:rPr lang="en-US" b="0" i="0" dirty="0">
                <a:solidFill>
                  <a:srgbClr val="373D3F"/>
                </a:solidFill>
                <a:effectLst/>
                <a:highlight>
                  <a:srgbClr val="FFFFFF"/>
                </a:highlight>
                <a:latin typeface="Montserrat" panose="00000500000000000000" pitchFamily="2" charset="0"/>
              </a:rPr>
              <a:t>Understanding the business is a continuous process and requires the IS audit team to stay updated with organizational and environmental changes. </a:t>
            </a:r>
          </a:p>
          <a:p>
            <a:r>
              <a:rPr lang="en-US" b="0" i="0" dirty="0">
                <a:solidFill>
                  <a:srgbClr val="373D3F"/>
                </a:solidFill>
                <a:effectLst/>
                <a:highlight>
                  <a:srgbClr val="FFFFFF"/>
                </a:highlight>
                <a:latin typeface="Montserrat" panose="00000500000000000000" pitchFamily="2" charset="0"/>
              </a:rPr>
              <a:t>They should regularly interact with key stakeholders to gain insights to better understand changes in the business processes, objectives, and strategies as well as identify new technologies adopted by the organization.</a:t>
            </a:r>
            <a:endParaRPr lang="en-TZ" dirty="0"/>
          </a:p>
        </p:txBody>
      </p:sp>
    </p:spTree>
    <p:extLst>
      <p:ext uri="{BB962C8B-B14F-4D97-AF65-F5344CB8AC3E}">
        <p14:creationId xmlns:p14="http://schemas.microsoft.com/office/powerpoint/2010/main" val="1188924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22C32-6805-0AB0-6E79-2A6F965D76CE}"/>
              </a:ext>
            </a:extLst>
          </p:cNvPr>
          <p:cNvSpPr>
            <a:spLocks noGrp="1"/>
          </p:cNvSpPr>
          <p:nvPr>
            <p:ph idx="1"/>
          </p:nvPr>
        </p:nvSpPr>
        <p:spPr>
          <a:xfrm>
            <a:off x="838200" y="539646"/>
            <a:ext cx="10515600" cy="5637317"/>
          </a:xfrm>
        </p:spPr>
        <p:txBody>
          <a:bodyPr>
            <a:normAutofit/>
          </a:bodyPr>
          <a:lstStyle/>
          <a:p>
            <a:r>
              <a:rPr lang="en-US" b="0" i="0" dirty="0">
                <a:solidFill>
                  <a:srgbClr val="373D3F"/>
                </a:solidFill>
                <a:effectLst/>
                <a:highlight>
                  <a:srgbClr val="FFFFFF"/>
                </a:highlight>
                <a:latin typeface="Montserrat" panose="00000500000000000000" pitchFamily="2" charset="0"/>
              </a:rPr>
              <a:t>Next, the IS audit team needs to define the IT universe through a top-down approach that identifies key business objectives and processes, significant IS that support the business processes, the infrastructure needed for the business applications, the organization’s service support model for IT, and the role of common supporting technologies such as network devices. </a:t>
            </a:r>
          </a:p>
          <a:p>
            <a:r>
              <a:rPr lang="en-US" b="0" i="0" dirty="0">
                <a:solidFill>
                  <a:srgbClr val="373D3F"/>
                </a:solidFill>
                <a:effectLst/>
                <a:highlight>
                  <a:srgbClr val="FFFFFF"/>
                </a:highlight>
                <a:latin typeface="Montserrat" panose="00000500000000000000" pitchFamily="2" charset="0"/>
              </a:rPr>
              <a:t>These technical components, along with an understanding of service support processes and system implementation projects, will allow the IS audit team to create a comprehensive inventory of the IT environment, which forms the foundation for assessing the vulnerabilities that may impact internal controls. </a:t>
            </a:r>
            <a:endParaRPr lang="en-TZ" dirty="0"/>
          </a:p>
        </p:txBody>
      </p:sp>
    </p:spTree>
    <p:extLst>
      <p:ext uri="{BB962C8B-B14F-4D97-AF65-F5344CB8AC3E}">
        <p14:creationId xmlns:p14="http://schemas.microsoft.com/office/powerpoint/2010/main" val="676188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1F91FF-F394-AB35-D8D8-E8D052F8CA50}"/>
              </a:ext>
            </a:extLst>
          </p:cNvPr>
          <p:cNvSpPr>
            <a:spLocks noGrp="1"/>
          </p:cNvSpPr>
          <p:nvPr>
            <p:ph idx="1"/>
          </p:nvPr>
        </p:nvSpPr>
        <p:spPr>
          <a:xfrm>
            <a:off x="704538" y="599606"/>
            <a:ext cx="10777928" cy="5756223"/>
          </a:xfrm>
        </p:spPr>
        <p:txBody>
          <a:bodyPr>
            <a:normAutofit/>
          </a:bodyPr>
          <a:lstStyle/>
          <a:p>
            <a:r>
              <a:rPr lang="en-US" b="0" i="0" dirty="0">
                <a:solidFill>
                  <a:srgbClr val="373D3F"/>
                </a:solidFill>
                <a:effectLst/>
                <a:highlight>
                  <a:srgbClr val="FFFFFF"/>
                </a:highlight>
                <a:latin typeface="Montserrat" panose="00000500000000000000" pitchFamily="2" charset="0"/>
              </a:rPr>
              <a:t>The IT </a:t>
            </a:r>
            <a:r>
              <a:rPr lang="en-US" b="1" i="0" u="none" strike="noStrike" dirty="0">
                <a:solidFill>
                  <a:srgbClr val="373D3F"/>
                </a:solidFill>
                <a:effectLst/>
                <a:highlight>
                  <a:srgbClr val="FFFFFF"/>
                </a:highlight>
                <a:latin typeface="inherit"/>
                <a:hlinkClick r:id="rId2"/>
              </a:rPr>
              <a:t>audit universe </a:t>
            </a:r>
            <a:r>
              <a:rPr lang="en-US" b="0" i="0" dirty="0">
                <a:solidFill>
                  <a:srgbClr val="373D3F"/>
                </a:solidFill>
                <a:effectLst/>
                <a:highlight>
                  <a:srgbClr val="FFFFFF"/>
                </a:highlight>
                <a:latin typeface="Montserrat" panose="00000500000000000000" pitchFamily="2" charset="0"/>
              </a:rPr>
              <a:t>is dynamic and evolves as the organization’s IT environment and business objectives change. Therefore, the IT audit universe must be periodically (at least annually) reviewed and updated to ensure that the IT audit plan remains relevant and aligned with the organization’s current risk profile and strategic direction. </a:t>
            </a:r>
          </a:p>
          <a:p>
            <a:r>
              <a:rPr lang="en-US" b="0" i="0" dirty="0">
                <a:solidFill>
                  <a:srgbClr val="373D3F"/>
                </a:solidFill>
                <a:effectLst/>
                <a:highlight>
                  <a:srgbClr val="FFFFFF"/>
                </a:highlight>
                <a:latin typeface="Montserrat" panose="00000500000000000000" pitchFamily="2" charset="0"/>
              </a:rPr>
              <a:t>Engaging with IT management, business unit leaders, and other relevant personnel is crucial in defining the IT universe as it helps gain insights into the IT environment and associated risks. Stakeholder engagement also helps ensure the IT audit universe is comprehensive and aligns with the organization’s priorities and concerns.</a:t>
            </a:r>
            <a:endParaRPr lang="en-TZ" dirty="0"/>
          </a:p>
        </p:txBody>
      </p:sp>
    </p:spTree>
    <p:extLst>
      <p:ext uri="{BB962C8B-B14F-4D97-AF65-F5344CB8AC3E}">
        <p14:creationId xmlns:p14="http://schemas.microsoft.com/office/powerpoint/2010/main" val="3853505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B49A78-D38D-3D5E-A495-62CAD0078334}"/>
              </a:ext>
            </a:extLst>
          </p:cNvPr>
          <p:cNvSpPr>
            <a:spLocks noGrp="1"/>
          </p:cNvSpPr>
          <p:nvPr>
            <p:ph idx="1"/>
          </p:nvPr>
        </p:nvSpPr>
        <p:spPr>
          <a:xfrm>
            <a:off x="838200" y="779489"/>
            <a:ext cx="10515600" cy="5397474"/>
          </a:xfrm>
        </p:spPr>
        <p:txBody>
          <a:bodyPr/>
          <a:lstStyle/>
          <a:p>
            <a:r>
              <a:rPr lang="en-US" b="0" i="0" dirty="0">
                <a:solidFill>
                  <a:srgbClr val="373D3F"/>
                </a:solidFill>
                <a:effectLst/>
                <a:highlight>
                  <a:srgbClr val="FFFFFF"/>
                </a:highlight>
                <a:latin typeface="Montserrat" panose="00000500000000000000" pitchFamily="2" charset="0"/>
              </a:rPr>
              <a:t>The next step is to perform the risk assessment — a methodology for determining the likelihood of an event that could hinder the organization from attaining its business goals and objectives in an effective, efficient, and controlled manner. </a:t>
            </a:r>
          </a:p>
          <a:p>
            <a:r>
              <a:rPr lang="en-US" b="0" i="0" dirty="0">
                <a:solidFill>
                  <a:srgbClr val="373D3F"/>
                </a:solidFill>
                <a:effectLst/>
                <a:highlight>
                  <a:srgbClr val="FFFFFF"/>
                </a:highlight>
                <a:latin typeface="Montserrat" panose="00000500000000000000" pitchFamily="2" charset="0"/>
              </a:rPr>
              <a:t>This involves assessing the impact and likelihood of each risk regarding potential financial loss, operational disruption, and reputational damage. The likelihood assessment also considers the probability of each risk materializing. </a:t>
            </a:r>
          </a:p>
          <a:p>
            <a:r>
              <a:rPr lang="en-US" b="0" i="0" dirty="0">
                <a:solidFill>
                  <a:srgbClr val="373D3F"/>
                </a:solidFill>
                <a:effectLst/>
                <a:highlight>
                  <a:srgbClr val="FFFFFF"/>
                </a:highlight>
                <a:latin typeface="Montserrat" panose="00000500000000000000" pitchFamily="2" charset="0"/>
              </a:rPr>
              <a:t>This prioritization helps focus audit efforts on areas that pose the greatest threat to the organization’s objectives.</a:t>
            </a:r>
            <a:endParaRPr lang="en-TZ" dirty="0"/>
          </a:p>
        </p:txBody>
      </p:sp>
    </p:spTree>
    <p:extLst>
      <p:ext uri="{BB962C8B-B14F-4D97-AF65-F5344CB8AC3E}">
        <p14:creationId xmlns:p14="http://schemas.microsoft.com/office/powerpoint/2010/main" val="2145132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8C163B-12F1-22D0-D29B-4F1482261DD1}"/>
              </a:ext>
            </a:extLst>
          </p:cNvPr>
          <p:cNvSpPr>
            <a:spLocks noGrp="1"/>
          </p:cNvSpPr>
          <p:nvPr>
            <p:ph idx="1"/>
          </p:nvPr>
        </p:nvSpPr>
        <p:spPr>
          <a:xfrm>
            <a:off x="838200" y="734518"/>
            <a:ext cx="10515600" cy="5442445"/>
          </a:xfrm>
        </p:spPr>
        <p:txBody>
          <a:bodyPr/>
          <a:lstStyle/>
          <a:p>
            <a:r>
              <a:rPr lang="en-US" b="0" i="0" dirty="0">
                <a:solidFill>
                  <a:srgbClr val="373D3F"/>
                </a:solidFill>
                <a:effectLst/>
                <a:highlight>
                  <a:srgbClr val="FFFFFF"/>
                </a:highlight>
                <a:latin typeface="Montserrat" panose="00000500000000000000" pitchFamily="2" charset="0"/>
              </a:rPr>
              <a:t>It is a strategic process, balancing various risk factors to determine the most significant areas needing attention. Incorporation of industry and regulatory standards into the audit plan is essential. Standards such as ISO 27001 and laws like GDPR provide a framework for assessing the organization’s compliance posture. </a:t>
            </a:r>
          </a:p>
          <a:p>
            <a:r>
              <a:rPr lang="en-US" b="0" i="0" dirty="0">
                <a:solidFill>
                  <a:srgbClr val="373D3F"/>
                </a:solidFill>
                <a:effectLst/>
                <a:highlight>
                  <a:srgbClr val="FFFFFF"/>
                </a:highlight>
                <a:latin typeface="Montserrat" panose="00000500000000000000" pitchFamily="2" charset="0"/>
              </a:rPr>
              <a:t>Adhering to these standards ensures that the audit plan is aligned with internal organizational goals and external compliance requirements. This aspect of the planning process safeguards the organization from potential legal and regulatory risks.</a:t>
            </a:r>
            <a:endParaRPr lang="en-TZ" dirty="0"/>
          </a:p>
        </p:txBody>
      </p:sp>
    </p:spTree>
    <p:extLst>
      <p:ext uri="{BB962C8B-B14F-4D97-AF65-F5344CB8AC3E}">
        <p14:creationId xmlns:p14="http://schemas.microsoft.com/office/powerpoint/2010/main" val="42532921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EEF4A4-5EAA-CF1F-C563-88983FBD03A5}"/>
              </a:ext>
            </a:extLst>
          </p:cNvPr>
          <p:cNvSpPr>
            <a:spLocks noGrp="1"/>
          </p:cNvSpPr>
          <p:nvPr>
            <p:ph idx="1"/>
          </p:nvPr>
        </p:nvSpPr>
        <p:spPr>
          <a:xfrm>
            <a:off x="838200" y="749508"/>
            <a:ext cx="10515600" cy="5427455"/>
          </a:xfrm>
        </p:spPr>
        <p:txBody>
          <a:bodyPr/>
          <a:lstStyle/>
          <a:p>
            <a:r>
              <a:rPr lang="en-US" b="0" i="0" dirty="0">
                <a:solidFill>
                  <a:srgbClr val="373D3F"/>
                </a:solidFill>
                <a:effectLst/>
                <a:highlight>
                  <a:srgbClr val="FFFFFF"/>
                </a:highlight>
                <a:latin typeface="Montserrat" panose="00000500000000000000" pitchFamily="2" charset="0"/>
              </a:rPr>
              <a:t>The information and analysis gained by understanding the organization, inventorying the IT environment, and assessing risks feeds into the final step, formalizing the audit plan. </a:t>
            </a:r>
          </a:p>
          <a:p>
            <a:r>
              <a:rPr lang="en-US" b="0" i="0" dirty="0">
                <a:solidFill>
                  <a:srgbClr val="373D3F"/>
                </a:solidFill>
                <a:effectLst/>
                <a:highlight>
                  <a:srgbClr val="FFFFFF"/>
                </a:highlight>
                <a:latin typeface="Montserrat" panose="00000500000000000000" pitchFamily="2" charset="0"/>
              </a:rPr>
              <a:t>It involves selecting audit subjects, bundling them into distinct engagements, determining the audit cycle and frequency, and adding engagements based on management requests or consulting opportunities. </a:t>
            </a:r>
          </a:p>
          <a:p>
            <a:r>
              <a:rPr lang="en-US" b="0" i="0" dirty="0">
                <a:solidFill>
                  <a:srgbClr val="373D3F"/>
                </a:solidFill>
                <a:effectLst/>
                <a:highlight>
                  <a:srgbClr val="FFFFFF"/>
                </a:highlight>
                <a:latin typeface="Montserrat" panose="00000500000000000000" pitchFamily="2" charset="0"/>
              </a:rPr>
              <a:t>The objective of the audit plan is to determine where to focus the auditor’s assurance and consulting work to provide management with objective information to manage the organization’s risks and </a:t>
            </a:r>
            <a:r>
              <a:rPr lang="en-US" b="1" i="0" u="none" strike="noStrike" dirty="0">
                <a:solidFill>
                  <a:srgbClr val="373D3F"/>
                </a:solidFill>
                <a:effectLst/>
                <a:highlight>
                  <a:srgbClr val="FFFFFF"/>
                </a:highlight>
                <a:latin typeface="inherit"/>
                <a:hlinkClick r:id="rId2"/>
              </a:rPr>
              <a:t>control environment</a:t>
            </a:r>
            <a:r>
              <a:rPr lang="en-US" b="0" i="0" dirty="0">
                <a:solidFill>
                  <a:srgbClr val="373D3F"/>
                </a:solidFill>
                <a:effectLst/>
                <a:highlight>
                  <a:srgbClr val="FFFFFF"/>
                </a:highlight>
                <a:latin typeface="Montserrat" panose="00000500000000000000" pitchFamily="2" charset="0"/>
              </a:rPr>
              <a:t>. </a:t>
            </a:r>
            <a:endParaRPr lang="en-TZ" dirty="0"/>
          </a:p>
        </p:txBody>
      </p:sp>
    </p:spTree>
    <p:extLst>
      <p:ext uri="{BB962C8B-B14F-4D97-AF65-F5344CB8AC3E}">
        <p14:creationId xmlns:p14="http://schemas.microsoft.com/office/powerpoint/2010/main" val="2717712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00B322-CDA9-5A24-1190-6CC50B072DD9}"/>
              </a:ext>
            </a:extLst>
          </p:cNvPr>
          <p:cNvSpPr>
            <a:spLocks noGrp="1"/>
          </p:cNvSpPr>
          <p:nvPr>
            <p:ph idx="1"/>
          </p:nvPr>
        </p:nvSpPr>
        <p:spPr>
          <a:xfrm>
            <a:off x="838200" y="554636"/>
            <a:ext cx="10515600" cy="5816184"/>
          </a:xfrm>
        </p:spPr>
        <p:txBody>
          <a:bodyPr>
            <a:normAutofit fontScale="92500" lnSpcReduction="10000"/>
          </a:bodyPr>
          <a:lstStyle/>
          <a:p>
            <a:r>
              <a:rPr lang="en-US" b="0" i="0" dirty="0">
                <a:solidFill>
                  <a:srgbClr val="373D3F"/>
                </a:solidFill>
                <a:effectLst/>
                <a:highlight>
                  <a:srgbClr val="FFFFFF"/>
                </a:highlight>
                <a:latin typeface="Montserrat" panose="00000500000000000000" pitchFamily="2" charset="0"/>
              </a:rPr>
              <a:t>The audit plan must be dynamic, allowing for adjustments in response to changes in the business and IT environments to maintain relevance and effectiveness in the face of evolving risks and organizational needs​​. </a:t>
            </a:r>
          </a:p>
          <a:p>
            <a:r>
              <a:rPr lang="en-US" b="0" i="0" dirty="0">
                <a:solidFill>
                  <a:srgbClr val="373D3F"/>
                </a:solidFill>
                <a:effectLst/>
                <a:highlight>
                  <a:srgbClr val="FFFFFF"/>
                </a:highlight>
                <a:latin typeface="Montserrat" panose="00000500000000000000" pitchFamily="2" charset="0"/>
              </a:rPr>
              <a:t>A crucial part of this phase is reviewing the plan with senior and operations management to validate the management’s input and provides them a preview of the upcoming IT audit activities. It also allows for the discussion of potential audit engagement dates and any operational activities that might affect the audit process, such as application upgrades or significant operational events​​. </a:t>
            </a:r>
          </a:p>
          <a:p>
            <a:r>
              <a:rPr lang="en-US" b="0" i="0" dirty="0">
                <a:solidFill>
                  <a:srgbClr val="373D3F"/>
                </a:solidFill>
                <a:effectLst/>
                <a:highlight>
                  <a:srgbClr val="FFFFFF"/>
                </a:highlight>
                <a:latin typeface="Montserrat" panose="00000500000000000000" pitchFamily="2" charset="0"/>
              </a:rPr>
              <a:t>The content of the IT audit plan should directly reflect the risk assessment. The audit plan should cover various aspects, including IT general controls, application controls, infrastructure controls, and their contributions to operational, financial, and compliance reviews. It should also consider new IT trends and their potential impacts​​. </a:t>
            </a:r>
            <a:endParaRPr lang="en-TZ" dirty="0"/>
          </a:p>
        </p:txBody>
      </p:sp>
    </p:spTree>
    <p:extLst>
      <p:ext uri="{BB962C8B-B14F-4D97-AF65-F5344CB8AC3E}">
        <p14:creationId xmlns:p14="http://schemas.microsoft.com/office/powerpoint/2010/main" val="11473829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C82006-D150-C258-2CFF-DEE84A872D84}"/>
              </a:ext>
            </a:extLst>
          </p:cNvPr>
          <p:cNvSpPr>
            <a:spLocks noGrp="1"/>
          </p:cNvSpPr>
          <p:nvPr>
            <p:ph idx="1"/>
          </p:nvPr>
        </p:nvSpPr>
        <p:spPr>
          <a:xfrm>
            <a:off x="838200" y="509666"/>
            <a:ext cx="10515600" cy="5667297"/>
          </a:xfrm>
        </p:spPr>
        <p:txBody>
          <a:bodyPr>
            <a:normAutofit lnSpcReduction="10000"/>
          </a:bodyPr>
          <a:lstStyle/>
          <a:p>
            <a:r>
              <a:rPr lang="en-US" b="0" i="0" dirty="0">
                <a:solidFill>
                  <a:srgbClr val="373D3F"/>
                </a:solidFill>
                <a:effectLst/>
                <a:highlight>
                  <a:srgbClr val="FFFFFF"/>
                </a:highlight>
                <a:latin typeface="Montserrat" panose="00000500000000000000" pitchFamily="2" charset="0"/>
              </a:rPr>
              <a:t>The plan is influenced by risk assessments, resource allocation, and the prioritization of risks. These factors help in determining the scope and focus of the audit activities​​. Different types of IT audits might include integrated business process audits, audits of IT processes, and audits of business projects and IT initiatives​​. </a:t>
            </a:r>
          </a:p>
          <a:p>
            <a:r>
              <a:rPr lang="en-US" b="0" i="0" dirty="0">
                <a:solidFill>
                  <a:srgbClr val="373D3F"/>
                </a:solidFill>
                <a:effectLst/>
                <a:highlight>
                  <a:srgbClr val="FFFFFF"/>
                </a:highlight>
                <a:latin typeface="Montserrat" panose="00000500000000000000" pitchFamily="2" charset="0"/>
              </a:rPr>
              <a:t>The plan could be integrated with non-IT audit activities, sometimes involving a multidisciplinary team with balanced expertise, including IT audit skills​​. Lastly, IS audit teams should also plan for contingencies and coordinate activities with internal and external assurance and consulting service providers to help minimize duplication of efforts and ensure comprehensive coverage​​.</a:t>
            </a:r>
            <a:endParaRPr lang="en-TZ" dirty="0"/>
          </a:p>
        </p:txBody>
      </p:sp>
    </p:spTree>
    <p:extLst>
      <p:ext uri="{BB962C8B-B14F-4D97-AF65-F5344CB8AC3E}">
        <p14:creationId xmlns:p14="http://schemas.microsoft.com/office/powerpoint/2010/main" val="15508483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989AE9-E0F8-10DD-BCE8-114942954D0C}"/>
              </a:ext>
            </a:extLst>
          </p:cNvPr>
          <p:cNvSpPr>
            <a:spLocks noGrp="1"/>
          </p:cNvSpPr>
          <p:nvPr>
            <p:ph idx="1"/>
          </p:nvPr>
        </p:nvSpPr>
        <p:spPr>
          <a:xfrm>
            <a:off x="838200" y="674557"/>
            <a:ext cx="10515600" cy="5502406"/>
          </a:xfrm>
        </p:spPr>
        <p:txBody>
          <a:bodyPr>
            <a:normAutofit lnSpcReduction="10000"/>
          </a:bodyPr>
          <a:lstStyle/>
          <a:p>
            <a:pPr algn="l"/>
            <a:r>
              <a:rPr lang="en-US" b="0" i="0" dirty="0">
                <a:solidFill>
                  <a:srgbClr val="373D3F"/>
                </a:solidFill>
                <a:effectLst/>
                <a:highlight>
                  <a:srgbClr val="FFFFFF"/>
                </a:highlight>
                <a:latin typeface="Montserrat" panose="00000500000000000000" pitchFamily="2" charset="0"/>
              </a:rPr>
              <a:t>The risk-based IS Audit Plan development process can be summarized as follows:</a:t>
            </a:r>
          </a:p>
          <a:p>
            <a:pPr algn="l">
              <a:buFont typeface="Arial" panose="020B0604020202020204" pitchFamily="34" charset="0"/>
              <a:buChar char="•"/>
            </a:pPr>
            <a:r>
              <a:rPr lang="en-US" b="1" i="0" dirty="0">
                <a:solidFill>
                  <a:srgbClr val="373D3F"/>
                </a:solidFill>
                <a:effectLst/>
                <a:highlight>
                  <a:srgbClr val="FFFFFF"/>
                </a:highlight>
                <a:latin typeface="Montserrat" panose="00000500000000000000" pitchFamily="2" charset="0"/>
              </a:rPr>
              <a:t>Understand the Business</a:t>
            </a:r>
            <a:endParaRPr lang="en-US" b="0" i="0" dirty="0">
              <a:solidFill>
                <a:srgbClr val="373D3F"/>
              </a:solidFill>
              <a:effectLst/>
              <a:highlight>
                <a:srgbClr val="FFFFFF"/>
              </a:highlight>
              <a:latin typeface="Montserrat" panose="00000500000000000000" pitchFamily="2" charset="0"/>
            </a:endParaRP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Identify the organization’s strategies and business objectives.</a:t>
            </a: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Understand the high-risk profile of the organization.</a:t>
            </a: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Identify how the organization structures their business operations.</a:t>
            </a: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Understand the IT service support model and environment.</a:t>
            </a:r>
          </a:p>
          <a:p>
            <a:pPr algn="l">
              <a:buFont typeface="Arial" panose="020B0604020202020204" pitchFamily="34" charset="0"/>
              <a:buChar char="•"/>
            </a:pPr>
            <a:r>
              <a:rPr lang="en-US" b="1" i="0" dirty="0">
                <a:solidFill>
                  <a:srgbClr val="373D3F"/>
                </a:solidFill>
                <a:effectLst/>
                <a:highlight>
                  <a:srgbClr val="FFFFFF"/>
                </a:highlight>
                <a:latin typeface="Montserrat" panose="00000500000000000000" pitchFamily="2" charset="0"/>
              </a:rPr>
              <a:t>Define the IT Universe</a:t>
            </a:r>
            <a:endParaRPr lang="en-US" b="0" i="0" dirty="0">
              <a:solidFill>
                <a:srgbClr val="373D3F"/>
              </a:solidFill>
              <a:effectLst/>
              <a:highlight>
                <a:srgbClr val="FFFFFF"/>
              </a:highlight>
              <a:latin typeface="Montserrat" panose="00000500000000000000" pitchFamily="2" charset="0"/>
            </a:endParaRP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Understand business fundamentals.</a:t>
            </a: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Identify applications supporting the business operations.</a:t>
            </a: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Identify critical infrastructure for significant applications.</a:t>
            </a: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Identify major projects and initiatives.</a:t>
            </a: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Determine realistic audit subjects.</a:t>
            </a:r>
          </a:p>
          <a:p>
            <a:endParaRPr lang="en-TZ" dirty="0"/>
          </a:p>
        </p:txBody>
      </p:sp>
    </p:spTree>
    <p:extLst>
      <p:ext uri="{BB962C8B-B14F-4D97-AF65-F5344CB8AC3E}">
        <p14:creationId xmlns:p14="http://schemas.microsoft.com/office/powerpoint/2010/main" val="33092281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485202-C1D7-2DE6-1A2D-389674D6B455}"/>
              </a:ext>
            </a:extLst>
          </p:cNvPr>
          <p:cNvSpPr>
            <a:spLocks noGrp="1"/>
          </p:cNvSpPr>
          <p:nvPr>
            <p:ph idx="1"/>
          </p:nvPr>
        </p:nvSpPr>
        <p:spPr>
          <a:xfrm>
            <a:off x="838200" y="779489"/>
            <a:ext cx="10515600" cy="5397474"/>
          </a:xfrm>
        </p:spPr>
        <p:txBody>
          <a:bodyPr>
            <a:normAutofit/>
          </a:bodyPr>
          <a:lstStyle/>
          <a:p>
            <a:pPr algn="l">
              <a:buFont typeface="Arial" panose="020B0604020202020204" pitchFamily="34" charset="0"/>
              <a:buChar char="•"/>
            </a:pPr>
            <a:r>
              <a:rPr lang="en-US" b="1" i="0" dirty="0">
                <a:solidFill>
                  <a:srgbClr val="373D3F"/>
                </a:solidFill>
                <a:effectLst/>
                <a:highlight>
                  <a:srgbClr val="FFFFFF"/>
                </a:highlight>
                <a:latin typeface="Montserrat" panose="00000500000000000000" pitchFamily="2" charset="0"/>
              </a:rPr>
              <a:t>Perform Risk Assessment</a:t>
            </a:r>
            <a:endParaRPr lang="en-US" b="0" i="0" dirty="0">
              <a:solidFill>
                <a:srgbClr val="373D3F"/>
              </a:solidFill>
              <a:effectLst/>
              <a:highlight>
                <a:srgbClr val="FFFFFF"/>
              </a:highlight>
              <a:latin typeface="Montserrat" panose="00000500000000000000" pitchFamily="2" charset="0"/>
            </a:endParaRP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Develop processes to identify risks.</a:t>
            </a: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Assess risk and rank audit subjects using IT risk factors.</a:t>
            </a: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Assess risk and rank subjects using business risk factors.</a:t>
            </a:r>
          </a:p>
          <a:p>
            <a:pPr algn="l">
              <a:buFont typeface="Arial" panose="020B0604020202020204" pitchFamily="34" charset="0"/>
              <a:buChar char="•"/>
            </a:pPr>
            <a:r>
              <a:rPr lang="en-US" b="1" i="0" dirty="0">
                <a:solidFill>
                  <a:srgbClr val="373D3F"/>
                </a:solidFill>
                <a:effectLst/>
                <a:highlight>
                  <a:srgbClr val="FFFFFF"/>
                </a:highlight>
                <a:latin typeface="Montserrat" panose="00000500000000000000" pitchFamily="2" charset="0"/>
              </a:rPr>
              <a:t>Formalize the Audit Plan</a:t>
            </a:r>
            <a:endParaRPr lang="en-US" b="0" i="0" dirty="0">
              <a:solidFill>
                <a:srgbClr val="373D3F"/>
              </a:solidFill>
              <a:effectLst/>
              <a:highlight>
                <a:srgbClr val="FFFFFF"/>
              </a:highlight>
              <a:latin typeface="Montserrat" panose="00000500000000000000" pitchFamily="2" charset="0"/>
            </a:endParaRP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Select audit subjects and bundle them into distinct audit engagements.</a:t>
            </a: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Determine audit cycle and frequency.</a:t>
            </a: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Add appropriate engagements based on management requests or opportunities for consulting.</a:t>
            </a:r>
          </a:p>
          <a:p>
            <a:pPr marL="742950" lvl="1" indent="-285750" algn="l">
              <a:buFont typeface="Arial" panose="020B0604020202020204" pitchFamily="34" charset="0"/>
              <a:buChar char="•"/>
            </a:pPr>
            <a:r>
              <a:rPr lang="en-US" b="0" i="0" dirty="0">
                <a:solidFill>
                  <a:srgbClr val="373D3F"/>
                </a:solidFill>
                <a:effectLst/>
                <a:highlight>
                  <a:srgbClr val="FFFFFF"/>
                </a:highlight>
                <a:latin typeface="Montserrat" panose="00000500000000000000" pitchFamily="2" charset="0"/>
              </a:rPr>
              <a:t>Validate the plan with business management.</a:t>
            </a:r>
          </a:p>
          <a:p>
            <a:endParaRPr lang="en-TZ" dirty="0"/>
          </a:p>
        </p:txBody>
      </p:sp>
    </p:spTree>
    <p:extLst>
      <p:ext uri="{BB962C8B-B14F-4D97-AF65-F5344CB8AC3E}">
        <p14:creationId xmlns:p14="http://schemas.microsoft.com/office/powerpoint/2010/main" val="41200169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2CFC8-2171-40C0-8A69-CC6718879228}"/>
              </a:ext>
            </a:extLst>
          </p:cNvPr>
          <p:cNvSpPr>
            <a:spLocks noGrp="1"/>
          </p:cNvSpPr>
          <p:nvPr>
            <p:ph type="title"/>
          </p:nvPr>
        </p:nvSpPr>
        <p:spPr>
          <a:xfrm>
            <a:off x="838200" y="365125"/>
            <a:ext cx="10515600" cy="759137"/>
          </a:xfrm>
        </p:spPr>
        <p:txBody>
          <a:bodyPr>
            <a:normAutofit/>
          </a:bodyPr>
          <a:lstStyle/>
          <a:p>
            <a:r>
              <a:rPr lang="en-US" sz="4000" dirty="0">
                <a:solidFill>
                  <a:srgbClr val="000000"/>
                </a:solidFill>
                <a:effectLst/>
                <a:latin typeface="Times New Roman" panose="02020603050405020304" pitchFamily="18" charset="0"/>
                <a:ea typeface="Times New Roman" panose="02020603050405020304" pitchFamily="18" charset="0"/>
              </a:rPr>
              <a:t>Specific audit planning</a:t>
            </a:r>
            <a:endParaRPr lang="en-TZ" sz="4000" dirty="0"/>
          </a:p>
        </p:txBody>
      </p:sp>
      <p:sp>
        <p:nvSpPr>
          <p:cNvPr id="3" name="Content Placeholder 2">
            <a:extLst>
              <a:ext uri="{FF2B5EF4-FFF2-40B4-BE49-F238E27FC236}">
                <a16:creationId xmlns:a16="http://schemas.microsoft.com/office/drawing/2014/main" id="{06193453-B5D1-B111-17B6-98B7228AC713}"/>
              </a:ext>
            </a:extLst>
          </p:cNvPr>
          <p:cNvSpPr>
            <a:spLocks noGrp="1"/>
          </p:cNvSpPr>
          <p:nvPr>
            <p:ph idx="1"/>
          </p:nvPr>
        </p:nvSpPr>
        <p:spPr>
          <a:xfrm>
            <a:off x="838200" y="1349115"/>
            <a:ext cx="10515600" cy="4827848"/>
          </a:xfrm>
        </p:spPr>
        <p:txBody>
          <a:bodyPr>
            <a:normAutofit/>
          </a:bodyPr>
          <a:lstStyle/>
          <a:p>
            <a:pPr algn="l"/>
            <a:r>
              <a:rPr lang="en-US" sz="3200" b="1" i="0" dirty="0">
                <a:solidFill>
                  <a:srgbClr val="111111"/>
                </a:solidFill>
                <a:effectLst/>
                <a:highlight>
                  <a:srgbClr val="F3F3F3"/>
                </a:highlight>
                <a:latin typeface="-apple-system"/>
              </a:rPr>
              <a:t>Audit planning</a:t>
            </a:r>
            <a:r>
              <a:rPr lang="en-US" sz="3200" b="0" i="0" dirty="0">
                <a:solidFill>
                  <a:srgbClr val="111111"/>
                </a:solidFill>
                <a:effectLst/>
                <a:highlight>
                  <a:srgbClr val="F3F3F3"/>
                </a:highlight>
                <a:latin typeface="-apple-system"/>
              </a:rPr>
              <a:t> is a crucial step in the audit process. It involves establishing the overall strategy for the engagement and developing a detailed plan to guide the audit activities. Here are some key aspects of specific audit planning:</a:t>
            </a:r>
          </a:p>
          <a:p>
            <a:pPr algn="l">
              <a:buFont typeface="+mj-lt"/>
              <a:buAutoNum type="arabicPeriod"/>
            </a:pPr>
            <a:r>
              <a:rPr lang="en-US" sz="3200" b="1" i="0" dirty="0">
                <a:solidFill>
                  <a:srgbClr val="111111"/>
                </a:solidFill>
                <a:effectLst/>
                <a:highlight>
                  <a:srgbClr val="F3F3F3"/>
                </a:highlight>
                <a:latin typeface="-apple-system"/>
              </a:rPr>
              <a:t>Understanding the Context and Purpose</a:t>
            </a:r>
            <a:r>
              <a:rPr lang="en-US" sz="3200" b="0" i="0" dirty="0">
                <a:solidFill>
                  <a:srgbClr val="111111"/>
                </a:solidFill>
                <a:effectLst/>
                <a:highlight>
                  <a:srgbClr val="F3F3F3"/>
                </a:highlight>
                <a:latin typeface="-apple-system"/>
              </a:rPr>
              <a:t>:</a:t>
            </a:r>
          </a:p>
          <a:p>
            <a:pPr marL="742950" lvl="1" indent="-285750" algn="l">
              <a:buFont typeface="+mj-lt"/>
              <a:buAutoNum type="arabicPeriod"/>
            </a:pPr>
            <a:r>
              <a:rPr lang="en-US" sz="3200" b="0" i="0" dirty="0">
                <a:solidFill>
                  <a:srgbClr val="111111"/>
                </a:solidFill>
                <a:effectLst/>
                <a:highlight>
                  <a:srgbClr val="F3F3F3"/>
                </a:highlight>
                <a:latin typeface="-apple-system"/>
              </a:rPr>
              <a:t>Gather information to comprehend the area or process under review.</a:t>
            </a:r>
          </a:p>
          <a:p>
            <a:pPr marL="742950" lvl="1" indent="-285750" algn="l">
              <a:buFont typeface="+mj-lt"/>
              <a:buAutoNum type="arabicPeriod"/>
            </a:pPr>
            <a:r>
              <a:rPr lang="en-US" sz="3200" b="0" i="0" dirty="0">
                <a:solidFill>
                  <a:srgbClr val="111111"/>
                </a:solidFill>
                <a:effectLst/>
                <a:highlight>
                  <a:srgbClr val="F3F3F3"/>
                </a:highlight>
                <a:latin typeface="-apple-system"/>
              </a:rPr>
              <a:t>Conduct a preliminary risk assessment to identify potential risks.</a:t>
            </a:r>
          </a:p>
          <a:p>
            <a:pPr marL="742950" lvl="1" indent="-285750" algn="l">
              <a:buFont typeface="+mj-lt"/>
              <a:buAutoNum type="arabicPeriod"/>
            </a:pPr>
            <a:r>
              <a:rPr lang="en-US" sz="3200" b="0" i="0" dirty="0">
                <a:solidFill>
                  <a:srgbClr val="111111"/>
                </a:solidFill>
                <a:effectLst/>
                <a:highlight>
                  <a:srgbClr val="F3F3F3"/>
                </a:highlight>
                <a:latin typeface="-apple-system"/>
              </a:rPr>
              <a:t>Formulate clear engagement objectives.</a:t>
            </a:r>
          </a:p>
          <a:p>
            <a:endParaRPr lang="en-TZ" sz="3200" dirty="0"/>
          </a:p>
        </p:txBody>
      </p:sp>
    </p:spTree>
    <p:extLst>
      <p:ext uri="{BB962C8B-B14F-4D97-AF65-F5344CB8AC3E}">
        <p14:creationId xmlns:p14="http://schemas.microsoft.com/office/powerpoint/2010/main" val="6187125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45C9EA-6670-8B5F-414C-901211ADDB7F}"/>
              </a:ext>
            </a:extLst>
          </p:cNvPr>
          <p:cNvSpPr>
            <a:spLocks noGrp="1"/>
          </p:cNvSpPr>
          <p:nvPr>
            <p:ph idx="1"/>
          </p:nvPr>
        </p:nvSpPr>
        <p:spPr>
          <a:xfrm>
            <a:off x="838200" y="974361"/>
            <a:ext cx="10515600" cy="5202602"/>
          </a:xfrm>
        </p:spPr>
        <p:txBody>
          <a:bodyPr>
            <a:normAutofit/>
          </a:bodyPr>
          <a:lstStyle/>
          <a:p>
            <a:pPr marL="0" indent="0" algn="l">
              <a:buNone/>
            </a:pPr>
            <a:r>
              <a:rPr lang="en-US" sz="3200" b="1" i="0" dirty="0">
                <a:solidFill>
                  <a:srgbClr val="111111"/>
                </a:solidFill>
                <a:effectLst/>
                <a:highlight>
                  <a:srgbClr val="F3F3F3"/>
                </a:highlight>
                <a:latin typeface="-apple-system"/>
              </a:rPr>
              <a:t>2. Establishing the Scope</a:t>
            </a:r>
            <a:r>
              <a:rPr lang="en-US" sz="3200" b="0" i="0" dirty="0">
                <a:solidFill>
                  <a:srgbClr val="111111"/>
                </a:solidFill>
                <a:effectLst/>
                <a:highlight>
                  <a:srgbClr val="F3F3F3"/>
                </a:highlight>
                <a:latin typeface="-apple-system"/>
              </a:rPr>
              <a:t>:</a:t>
            </a:r>
          </a:p>
          <a:p>
            <a:pPr marL="742950" lvl="1" indent="-285750" algn="l">
              <a:buFont typeface="+mj-lt"/>
              <a:buAutoNum type="arabicPeriod"/>
            </a:pPr>
            <a:r>
              <a:rPr lang="en-US" sz="3200" b="0" i="0" dirty="0">
                <a:solidFill>
                  <a:srgbClr val="111111"/>
                </a:solidFill>
                <a:effectLst/>
                <a:highlight>
                  <a:srgbClr val="F3F3F3"/>
                </a:highlight>
                <a:latin typeface="-apple-system"/>
              </a:rPr>
              <a:t>Define the boundaries of the audit by determining what will be included and excluded.</a:t>
            </a:r>
          </a:p>
          <a:p>
            <a:pPr marL="742950" lvl="1" indent="-285750" algn="l">
              <a:buFont typeface="+mj-lt"/>
              <a:buAutoNum type="arabicPeriod"/>
            </a:pPr>
            <a:r>
              <a:rPr lang="en-US" sz="3200" b="0" i="0" dirty="0">
                <a:solidFill>
                  <a:srgbClr val="111111"/>
                </a:solidFill>
                <a:effectLst/>
                <a:highlight>
                  <a:srgbClr val="F3F3F3"/>
                </a:highlight>
                <a:latin typeface="-apple-system"/>
              </a:rPr>
              <a:t>Consider the specific audit areas that need attention.</a:t>
            </a:r>
          </a:p>
          <a:p>
            <a:pPr marL="742950" lvl="1" indent="-285750" algn="l">
              <a:buFont typeface="+mj-lt"/>
              <a:buAutoNum type="arabicPeriod"/>
            </a:pPr>
            <a:r>
              <a:rPr lang="en-US" sz="3200" b="0" i="0" dirty="0">
                <a:solidFill>
                  <a:srgbClr val="111111"/>
                </a:solidFill>
                <a:effectLst/>
                <a:highlight>
                  <a:srgbClr val="F3F3F3"/>
                </a:highlight>
                <a:latin typeface="-apple-system"/>
              </a:rPr>
              <a:t>Allocate resources appropriately based on the scope.</a:t>
            </a:r>
          </a:p>
          <a:p>
            <a:pPr marL="0" indent="0" algn="l">
              <a:buNone/>
            </a:pPr>
            <a:r>
              <a:rPr lang="en-US" sz="3200" b="1" i="0" dirty="0">
                <a:solidFill>
                  <a:srgbClr val="111111"/>
                </a:solidFill>
                <a:effectLst/>
                <a:highlight>
                  <a:srgbClr val="F3F3F3"/>
                </a:highlight>
                <a:latin typeface="-apple-system"/>
              </a:rPr>
              <a:t>3. Resource Allocation</a:t>
            </a:r>
            <a:r>
              <a:rPr lang="en-US" sz="3200" b="0" i="0" dirty="0">
                <a:solidFill>
                  <a:srgbClr val="111111"/>
                </a:solidFill>
                <a:effectLst/>
                <a:highlight>
                  <a:srgbClr val="F3F3F3"/>
                </a:highlight>
                <a:latin typeface="-apple-system"/>
              </a:rPr>
              <a:t>:</a:t>
            </a:r>
          </a:p>
          <a:p>
            <a:pPr marL="742950" lvl="1" indent="-285750" algn="l">
              <a:buFont typeface="+mj-lt"/>
              <a:buAutoNum type="arabicPeriod"/>
            </a:pPr>
            <a:r>
              <a:rPr lang="en-US" sz="3200" b="0" i="0" dirty="0">
                <a:solidFill>
                  <a:srgbClr val="111111"/>
                </a:solidFill>
                <a:effectLst/>
                <a:highlight>
                  <a:srgbClr val="F3F3F3"/>
                </a:highlight>
                <a:latin typeface="-apple-system"/>
              </a:rPr>
              <a:t>Decide on the resources required for specific audit areas.</a:t>
            </a:r>
          </a:p>
          <a:p>
            <a:pPr marL="742950" lvl="1" indent="-285750" algn="l">
              <a:buFont typeface="+mj-lt"/>
              <a:buAutoNum type="arabicPeriod"/>
            </a:pPr>
            <a:r>
              <a:rPr lang="en-US" sz="3200" b="0" i="0" dirty="0">
                <a:solidFill>
                  <a:srgbClr val="111111"/>
                </a:solidFill>
                <a:effectLst/>
                <a:highlight>
                  <a:srgbClr val="F3F3F3"/>
                </a:highlight>
                <a:latin typeface="-apple-system"/>
              </a:rPr>
              <a:t>Consider using experienced team members for high-risk areas.</a:t>
            </a:r>
          </a:p>
          <a:p>
            <a:pPr marL="742950" lvl="1" indent="-285750" algn="l">
              <a:buFont typeface="+mj-lt"/>
              <a:buAutoNum type="arabicPeriod"/>
            </a:pPr>
            <a:r>
              <a:rPr lang="en-US" sz="3200" b="0" i="0" dirty="0">
                <a:solidFill>
                  <a:srgbClr val="111111"/>
                </a:solidFill>
                <a:effectLst/>
                <a:highlight>
                  <a:srgbClr val="F3F3F3"/>
                </a:highlight>
                <a:latin typeface="-apple-system"/>
              </a:rPr>
              <a:t>Involve experts for complex matters.</a:t>
            </a:r>
          </a:p>
          <a:p>
            <a:endParaRPr lang="en-TZ" sz="3200" dirty="0"/>
          </a:p>
        </p:txBody>
      </p:sp>
    </p:spTree>
    <p:extLst>
      <p:ext uri="{BB962C8B-B14F-4D97-AF65-F5344CB8AC3E}">
        <p14:creationId xmlns:p14="http://schemas.microsoft.com/office/powerpoint/2010/main" val="29518201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5A924A-71A3-A87D-8D87-F16786C30B38}"/>
              </a:ext>
            </a:extLst>
          </p:cNvPr>
          <p:cNvSpPr>
            <a:spLocks noGrp="1"/>
          </p:cNvSpPr>
          <p:nvPr>
            <p:ph idx="1"/>
          </p:nvPr>
        </p:nvSpPr>
        <p:spPr>
          <a:xfrm>
            <a:off x="838200" y="1049311"/>
            <a:ext cx="10515600" cy="5127652"/>
          </a:xfrm>
        </p:spPr>
        <p:txBody>
          <a:bodyPr>
            <a:normAutofit/>
          </a:bodyPr>
          <a:lstStyle/>
          <a:p>
            <a:pPr marL="0" indent="0" algn="l">
              <a:buNone/>
            </a:pPr>
            <a:r>
              <a:rPr lang="en-US" sz="3600" b="1" i="0" dirty="0">
                <a:solidFill>
                  <a:srgbClr val="111111"/>
                </a:solidFill>
                <a:effectLst/>
                <a:highlight>
                  <a:srgbClr val="F3F3F3"/>
                </a:highlight>
                <a:latin typeface="-apple-system"/>
              </a:rPr>
              <a:t>4. Developing an Audit Plan</a:t>
            </a:r>
            <a:r>
              <a:rPr lang="en-US" sz="3600" b="0" i="0" dirty="0">
                <a:solidFill>
                  <a:srgbClr val="111111"/>
                </a:solidFill>
                <a:effectLst/>
                <a:highlight>
                  <a:srgbClr val="F3F3F3"/>
                </a:highlight>
                <a:latin typeface="-apple-system"/>
              </a:rPr>
              <a:t>:</a:t>
            </a:r>
          </a:p>
          <a:p>
            <a:pPr marL="742950" lvl="1" indent="-285750" algn="l">
              <a:buFont typeface="+mj-lt"/>
              <a:buAutoNum type="arabicPeriod"/>
            </a:pPr>
            <a:r>
              <a:rPr lang="en-US" sz="3600" b="0" i="0" dirty="0">
                <a:solidFill>
                  <a:srgbClr val="111111"/>
                </a:solidFill>
                <a:effectLst/>
                <a:highlight>
                  <a:srgbClr val="F3F3F3"/>
                </a:highlight>
                <a:latin typeface="-apple-system"/>
              </a:rPr>
              <a:t>Create a blueprint for conducting the audit.</a:t>
            </a:r>
          </a:p>
          <a:p>
            <a:pPr marL="742950" lvl="1" indent="-285750" algn="l">
              <a:buFont typeface="+mj-lt"/>
              <a:buAutoNum type="arabicPeriod"/>
            </a:pPr>
            <a:r>
              <a:rPr lang="en-US" sz="3600" b="0" i="0" dirty="0">
                <a:solidFill>
                  <a:srgbClr val="111111"/>
                </a:solidFill>
                <a:effectLst/>
                <a:highlight>
                  <a:srgbClr val="F3F3F3"/>
                </a:highlight>
                <a:latin typeface="-apple-system"/>
              </a:rPr>
              <a:t>Address questions related to why, when, how, where, and by whom the audit will be performed.</a:t>
            </a:r>
          </a:p>
          <a:p>
            <a:pPr marL="742950" lvl="1" indent="-285750" algn="l">
              <a:buFont typeface="+mj-lt"/>
              <a:buAutoNum type="arabicPeriod"/>
            </a:pPr>
            <a:r>
              <a:rPr lang="en-US" sz="3600" b="0" i="0" dirty="0">
                <a:solidFill>
                  <a:srgbClr val="111111"/>
                </a:solidFill>
                <a:effectLst/>
                <a:highlight>
                  <a:srgbClr val="F3F3F3"/>
                </a:highlight>
                <a:latin typeface="-apple-system"/>
                <a:hlinkClick r:id="rId2"/>
              </a:rPr>
              <a:t>Design specific audit procedures to minimize risks</a:t>
            </a:r>
            <a:r>
              <a:rPr lang="en-US" sz="3600" b="0" i="0" baseline="30000" dirty="0">
                <a:solidFill>
                  <a:srgbClr val="111111"/>
                </a:solidFill>
                <a:effectLst/>
                <a:highlight>
                  <a:srgbClr val="F3F3F3"/>
                </a:highlight>
                <a:latin typeface="-apple-system"/>
                <a:hlinkClick r:id="rId2"/>
              </a:rPr>
              <a:t>1</a:t>
            </a:r>
            <a:r>
              <a:rPr lang="en-US" sz="3600" b="0" i="0" baseline="30000" dirty="0">
                <a:solidFill>
                  <a:srgbClr val="111111"/>
                </a:solidFill>
                <a:effectLst/>
                <a:highlight>
                  <a:srgbClr val="F3F3F3"/>
                </a:highlight>
                <a:latin typeface="-apple-system"/>
                <a:hlinkClick r:id="rId3"/>
              </a:rPr>
              <a:t>2</a:t>
            </a:r>
            <a:r>
              <a:rPr lang="en-US" sz="3600" b="0" i="0" dirty="0">
                <a:solidFill>
                  <a:srgbClr val="111111"/>
                </a:solidFill>
                <a:effectLst/>
                <a:highlight>
                  <a:srgbClr val="F3F3F3"/>
                </a:highlight>
                <a:latin typeface="-apple-system"/>
              </a:rPr>
              <a:t>.</a:t>
            </a:r>
          </a:p>
          <a:p>
            <a:pPr algn="l"/>
            <a:r>
              <a:rPr lang="en-US" sz="3600" b="0" i="0" dirty="0">
                <a:solidFill>
                  <a:srgbClr val="111111"/>
                </a:solidFill>
                <a:effectLst/>
                <a:highlight>
                  <a:srgbClr val="F3F3F3"/>
                </a:highlight>
                <a:latin typeface="-apple-system"/>
              </a:rPr>
              <a:t>Remember, a well-structured audit plan ensures effective and efficient audit execution.</a:t>
            </a:r>
          </a:p>
          <a:p>
            <a:endParaRPr lang="en-TZ" sz="3600" dirty="0"/>
          </a:p>
        </p:txBody>
      </p:sp>
    </p:spTree>
    <p:extLst>
      <p:ext uri="{BB962C8B-B14F-4D97-AF65-F5344CB8AC3E}">
        <p14:creationId xmlns:p14="http://schemas.microsoft.com/office/powerpoint/2010/main" val="3689471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0124E-D8C9-421D-ADB2-3B800D37C77D}"/>
              </a:ext>
            </a:extLst>
          </p:cNvPr>
          <p:cNvSpPr>
            <a:spLocks noGrp="1"/>
          </p:cNvSpPr>
          <p:nvPr>
            <p:ph type="title"/>
          </p:nvPr>
        </p:nvSpPr>
        <p:spPr>
          <a:xfrm>
            <a:off x="838200" y="365126"/>
            <a:ext cx="10515600" cy="609236"/>
          </a:xfrm>
        </p:spPr>
        <p:txBody>
          <a:bodyPr>
            <a:normAutofit fontScale="90000"/>
          </a:bodyPr>
          <a:lstStyle/>
          <a:p>
            <a:r>
              <a:rPr lang="en-US" sz="4000" dirty="0">
                <a:solidFill>
                  <a:srgbClr val="000000"/>
                </a:solidFill>
                <a:effectLst/>
                <a:latin typeface="Times New Roman" panose="02020603050405020304" pitchFamily="18" charset="0"/>
                <a:ea typeface="Times New Roman" panose="02020603050405020304" pitchFamily="18" charset="0"/>
              </a:rPr>
              <a:t>IT audit standards</a:t>
            </a:r>
            <a:endParaRPr lang="en-TZ" sz="4000" dirty="0"/>
          </a:p>
        </p:txBody>
      </p:sp>
      <p:sp>
        <p:nvSpPr>
          <p:cNvPr id="3" name="Content Placeholder 2">
            <a:extLst>
              <a:ext uri="{FF2B5EF4-FFF2-40B4-BE49-F238E27FC236}">
                <a16:creationId xmlns:a16="http://schemas.microsoft.com/office/drawing/2014/main" id="{B54FCD63-7C82-6861-89D4-A3F189FB2440}"/>
              </a:ext>
            </a:extLst>
          </p:cNvPr>
          <p:cNvSpPr>
            <a:spLocks noGrp="1"/>
          </p:cNvSpPr>
          <p:nvPr>
            <p:ph idx="1"/>
          </p:nvPr>
        </p:nvSpPr>
        <p:spPr>
          <a:xfrm>
            <a:off x="838200" y="1274164"/>
            <a:ext cx="10515600" cy="4902799"/>
          </a:xfrm>
        </p:spPr>
        <p:txBody>
          <a:bodyPr>
            <a:normAutofit lnSpcReduction="10000"/>
          </a:bodyPr>
          <a:lstStyle/>
          <a:p>
            <a:r>
              <a:rPr lang="en-US" b="1" dirty="0"/>
              <a:t>1 ISACA Standards and Guidelines </a:t>
            </a:r>
          </a:p>
          <a:p>
            <a:r>
              <a:rPr lang="en-US" dirty="0"/>
              <a:t>ISACA is a global association of IT audit, governance, risk, and security professionals that offers various certifications, publications, and resources for IT auditors. ISACA has developed a set of IT audit standards and guidelines that cover the general, performance, and reporting aspects of IT audit engagements. </a:t>
            </a:r>
          </a:p>
          <a:p>
            <a:r>
              <a:rPr lang="en-US" dirty="0"/>
              <a:t>These standards and guidelines are based on the International Standards for the Professional Practice of Internal Auditing (IPPF) issued by the Institute of Internal Auditors (IIA). They also align with other relevant frameworks, such as COBIT, ITIL, and ISO/IEC 27000. You should follow and reference the ISACA standards and guidelines to ensure that your IT audit reports are compliant, objective, and reliable</a:t>
            </a:r>
          </a:p>
          <a:p>
            <a:endParaRPr lang="en-TZ" dirty="0"/>
          </a:p>
        </p:txBody>
      </p:sp>
    </p:spTree>
    <p:extLst>
      <p:ext uri="{BB962C8B-B14F-4D97-AF65-F5344CB8AC3E}">
        <p14:creationId xmlns:p14="http://schemas.microsoft.com/office/powerpoint/2010/main" val="31208421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59E196-EB45-BF53-910D-5BB33AF7D2C9}"/>
              </a:ext>
            </a:extLst>
          </p:cNvPr>
          <p:cNvSpPr>
            <a:spLocks noGrp="1"/>
          </p:cNvSpPr>
          <p:nvPr>
            <p:ph idx="1"/>
          </p:nvPr>
        </p:nvSpPr>
        <p:spPr>
          <a:xfrm>
            <a:off x="838200" y="599607"/>
            <a:ext cx="10515600" cy="5577356"/>
          </a:xfrm>
        </p:spPr>
        <p:txBody>
          <a:bodyPr>
            <a:normAutofit lnSpcReduction="10000"/>
          </a:bodyPr>
          <a:lstStyle/>
          <a:p>
            <a:r>
              <a:rPr lang="en-US" b="1" dirty="0"/>
              <a:t>2 COBIT Framework </a:t>
            </a:r>
          </a:p>
          <a:p>
            <a:r>
              <a:rPr lang="en-US" dirty="0"/>
              <a:t>COBIT is a comprehensive framework for IT governance and management that helps organizations achieve their strategic goals and objectives through effective and efficient use of IT. COBIT provides a set of processes, practices, enablers, and goals that cover the domains of align, plan and organize (APO), build, acquire and implement (BAI), deliver, service and support (DSS), and monitor, evaluate and assess (MEA). </a:t>
            </a:r>
          </a:p>
          <a:p>
            <a:r>
              <a:rPr lang="en-US" dirty="0"/>
              <a:t>COBIT also provides a set of maturity models, performance indicators, and risk scenarios that help IT auditors assess the current state and desired state of IT processes and controls. You should reference the COBIT framework to provide a common language and structure for your IT audit reports and recommendations. </a:t>
            </a:r>
          </a:p>
          <a:p>
            <a:endParaRPr lang="en-TZ" dirty="0"/>
          </a:p>
        </p:txBody>
      </p:sp>
    </p:spTree>
    <p:extLst>
      <p:ext uri="{BB962C8B-B14F-4D97-AF65-F5344CB8AC3E}">
        <p14:creationId xmlns:p14="http://schemas.microsoft.com/office/powerpoint/2010/main" val="4501803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F45BF2-983A-E7C9-F5FD-D08BFB5FF4F2}"/>
              </a:ext>
            </a:extLst>
          </p:cNvPr>
          <p:cNvSpPr>
            <a:spLocks noGrp="1"/>
          </p:cNvSpPr>
          <p:nvPr>
            <p:ph idx="1"/>
          </p:nvPr>
        </p:nvSpPr>
        <p:spPr>
          <a:xfrm>
            <a:off x="838200" y="659567"/>
            <a:ext cx="10515600" cy="5517396"/>
          </a:xfrm>
        </p:spPr>
        <p:txBody>
          <a:bodyPr>
            <a:normAutofit/>
          </a:bodyPr>
          <a:lstStyle/>
          <a:p>
            <a:r>
              <a:rPr lang="en-US" b="1" dirty="0"/>
              <a:t>3 NIST Frameworks </a:t>
            </a:r>
          </a:p>
          <a:p>
            <a:r>
              <a:rPr lang="en-US" dirty="0"/>
              <a:t>NIST is a federal agency that develops and promotes standards, guidelines, and best practices for various fields of science and technology, including IT. NIST has published several frameworks that are relevant for IT auditors, such as the NIST Cybersecurity Framework (CSF), the NIST Risk Management Framework (RMF), and the NIST Privacy Framework (PF). </a:t>
            </a:r>
          </a:p>
          <a:p>
            <a:r>
              <a:rPr lang="en-US" dirty="0"/>
              <a:t>These frameworks provide a flexible and adaptable approach for identifying, managing, and reducing IT-related risks and enhancing cybersecurity and privacy outcomes. You should use the NIST frameworks to evaluate the effectiveness and efficiency of IT controls and processes in relation to the organization's risk appetite and tolerance. </a:t>
            </a:r>
          </a:p>
          <a:p>
            <a:endParaRPr lang="en-TZ" dirty="0"/>
          </a:p>
        </p:txBody>
      </p:sp>
    </p:spTree>
    <p:extLst>
      <p:ext uri="{BB962C8B-B14F-4D97-AF65-F5344CB8AC3E}">
        <p14:creationId xmlns:p14="http://schemas.microsoft.com/office/powerpoint/2010/main" val="5337851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6C77E5-A740-1ADA-4848-0C3A26BBFE3D}"/>
              </a:ext>
            </a:extLst>
          </p:cNvPr>
          <p:cNvSpPr>
            <a:spLocks noGrp="1"/>
          </p:cNvSpPr>
          <p:nvPr>
            <p:ph idx="1"/>
          </p:nvPr>
        </p:nvSpPr>
        <p:spPr>
          <a:xfrm>
            <a:off x="838200" y="569626"/>
            <a:ext cx="10515600" cy="5607337"/>
          </a:xfrm>
        </p:spPr>
        <p:txBody>
          <a:bodyPr>
            <a:normAutofit fontScale="92500"/>
          </a:bodyPr>
          <a:lstStyle/>
          <a:p>
            <a:r>
              <a:rPr lang="en-US" b="1" dirty="0"/>
              <a:t>4 ISO/IEC Standards </a:t>
            </a:r>
          </a:p>
          <a:p>
            <a:r>
              <a:rPr lang="en-US" dirty="0"/>
              <a:t>ISO/IEC is a joint technical committee of the International Organization for Standardization (ISO) and the International Electrotechnical Commission (IEC) that develops and publishes standards for information technology, information security, and related fields. </a:t>
            </a:r>
          </a:p>
          <a:p>
            <a:r>
              <a:rPr lang="en-US" dirty="0"/>
              <a:t>Some of the ISO/IEC standards that are useful for IT auditors are ISO/IEC 27000 (information security management systems), ISO/IEC 20000 (IT service management systems), ISO/IEC 38500 (IT governance), and ISO/IEC 31000 (risk management). </a:t>
            </a:r>
          </a:p>
          <a:p>
            <a:r>
              <a:rPr lang="en-US" dirty="0"/>
              <a:t>These standards provide a set of requirements, guidelines, and best practices for establishing, implementing, maintaining, and improving IT systems and processes. You should refer to the ISO/IEC standards to benchmark and compare the organization's IT performance and compliance with international norms and expectations. </a:t>
            </a:r>
          </a:p>
          <a:p>
            <a:endParaRPr lang="en-TZ" dirty="0"/>
          </a:p>
        </p:txBody>
      </p:sp>
    </p:spTree>
    <p:extLst>
      <p:ext uri="{BB962C8B-B14F-4D97-AF65-F5344CB8AC3E}">
        <p14:creationId xmlns:p14="http://schemas.microsoft.com/office/powerpoint/2010/main" val="36620622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D3D96B-C0F3-C2D6-3889-FF61842A07B2}"/>
              </a:ext>
            </a:extLst>
          </p:cNvPr>
          <p:cNvSpPr>
            <a:spLocks noGrp="1"/>
          </p:cNvSpPr>
          <p:nvPr>
            <p:ph idx="1"/>
          </p:nvPr>
        </p:nvSpPr>
        <p:spPr>
          <a:xfrm>
            <a:off x="704537" y="539646"/>
            <a:ext cx="10747947" cy="5637317"/>
          </a:xfrm>
        </p:spPr>
        <p:txBody>
          <a:bodyPr>
            <a:noAutofit/>
          </a:bodyPr>
          <a:lstStyle/>
          <a:p>
            <a:r>
              <a:rPr lang="en-US" sz="3200" b="1" dirty="0"/>
              <a:t>5 ITIL Framework </a:t>
            </a:r>
          </a:p>
          <a:p>
            <a:r>
              <a:rPr lang="en-US" sz="3200" dirty="0"/>
              <a:t>ITIL is a framework for IT service management that describes the processes, roles, functions, and activities involved in delivering value to customers and stakeholders through IT services. ITIL covers the service lifecycle stages of service strategy, service design, service transition, service operation, and continual service improvement. </a:t>
            </a:r>
          </a:p>
          <a:p>
            <a:r>
              <a:rPr lang="en-US" sz="3200" dirty="0"/>
              <a:t>ITIL also provides a set of principles, practices, models, and tools that help IT service providers achieve excellence and efficiency in service delivery. You should leverage the ITIL framework to assess the quality and maturity of IT services and processes and identify areas for improvement and optimization. </a:t>
            </a:r>
          </a:p>
          <a:p>
            <a:endParaRPr lang="en-TZ" sz="3200" dirty="0"/>
          </a:p>
        </p:txBody>
      </p:sp>
    </p:spTree>
    <p:extLst>
      <p:ext uri="{BB962C8B-B14F-4D97-AF65-F5344CB8AC3E}">
        <p14:creationId xmlns:p14="http://schemas.microsoft.com/office/powerpoint/2010/main" val="38394788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EE3692-AE01-4F49-CEEC-892521206381}"/>
              </a:ext>
            </a:extLst>
          </p:cNvPr>
          <p:cNvSpPr>
            <a:spLocks noGrp="1"/>
          </p:cNvSpPr>
          <p:nvPr>
            <p:ph idx="1"/>
          </p:nvPr>
        </p:nvSpPr>
        <p:spPr>
          <a:xfrm>
            <a:off x="838200" y="644577"/>
            <a:ext cx="10515600" cy="5532386"/>
          </a:xfrm>
        </p:spPr>
        <p:txBody>
          <a:bodyPr>
            <a:normAutofit/>
          </a:bodyPr>
          <a:lstStyle/>
          <a:p>
            <a:r>
              <a:rPr lang="en-US" sz="3600" dirty="0"/>
              <a:t>These are some of the key IT audit standards and frameworks that you follow and reference in your reports. However, this is not an exhaustive list, and you may need to use other sources depending on the scope, objectives, and context of your IT audit engagements. The important thing is to ensure that your IT audit reports are based on sound and relevant criteria, principles, and best practices that support your findings and recommendations.</a:t>
            </a:r>
            <a:endParaRPr lang="en-TZ" sz="3600" dirty="0"/>
          </a:p>
        </p:txBody>
      </p:sp>
    </p:spTree>
    <p:extLst>
      <p:ext uri="{BB962C8B-B14F-4D97-AF65-F5344CB8AC3E}">
        <p14:creationId xmlns:p14="http://schemas.microsoft.com/office/powerpoint/2010/main" val="3822354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865EF-73FB-2DB7-0228-9068F2A51899}"/>
              </a:ext>
            </a:extLst>
          </p:cNvPr>
          <p:cNvSpPr>
            <a:spLocks noGrp="1"/>
          </p:cNvSpPr>
          <p:nvPr>
            <p:ph type="title"/>
          </p:nvPr>
        </p:nvSpPr>
        <p:spPr/>
        <p:txBody>
          <a:bodyPr>
            <a:normAutofit/>
          </a:bodyPr>
          <a:lstStyle/>
          <a:p>
            <a:r>
              <a:rPr lang="en-US" sz="3600" b="1" dirty="0">
                <a:solidFill>
                  <a:srgbClr val="000000"/>
                </a:solidFill>
                <a:effectLst/>
                <a:latin typeface="Times New Roman" panose="02020603050405020304" pitchFamily="18" charset="0"/>
                <a:ea typeface="Times New Roman" panose="02020603050405020304" pitchFamily="18" charset="0"/>
              </a:rPr>
              <a:t>Audit reporting, communications and follow-up</a:t>
            </a:r>
            <a:endParaRPr lang="en-TZ" sz="3600" b="1" dirty="0"/>
          </a:p>
        </p:txBody>
      </p:sp>
      <p:sp>
        <p:nvSpPr>
          <p:cNvPr id="3" name="Content Placeholder 2">
            <a:extLst>
              <a:ext uri="{FF2B5EF4-FFF2-40B4-BE49-F238E27FC236}">
                <a16:creationId xmlns:a16="http://schemas.microsoft.com/office/drawing/2014/main" id="{EF0B1A86-14E4-C3DC-646A-E934618B6CDB}"/>
              </a:ext>
            </a:extLst>
          </p:cNvPr>
          <p:cNvSpPr>
            <a:spLocks noGrp="1"/>
          </p:cNvSpPr>
          <p:nvPr>
            <p:ph idx="1"/>
          </p:nvPr>
        </p:nvSpPr>
        <p:spPr/>
        <p:txBody>
          <a:bodyPr>
            <a:normAutofit/>
          </a:bodyPr>
          <a:lstStyle/>
          <a:p>
            <a:r>
              <a:rPr lang="en-US" sz="3600" dirty="0"/>
              <a:t>The purpose of auditing is to offer impartial opinions and advice, with an aim to improve the processes in the sector under audit. </a:t>
            </a:r>
          </a:p>
          <a:p>
            <a:r>
              <a:rPr lang="en-US" sz="3600" dirty="0"/>
              <a:t>The audit report must be unbiased and demonstrate a good understanding of the subject. The publication of an audit report is also a crucial phase, as this is when discussions will accelerate and more attention is paid to the issues uncovered.</a:t>
            </a:r>
          </a:p>
          <a:p>
            <a:endParaRPr lang="en-TZ" sz="3600" dirty="0"/>
          </a:p>
        </p:txBody>
      </p:sp>
    </p:spTree>
    <p:extLst>
      <p:ext uri="{BB962C8B-B14F-4D97-AF65-F5344CB8AC3E}">
        <p14:creationId xmlns:p14="http://schemas.microsoft.com/office/powerpoint/2010/main" val="2633120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6377CF-0D22-310D-5F12-BC7B00C640D9}"/>
              </a:ext>
            </a:extLst>
          </p:cNvPr>
          <p:cNvSpPr>
            <a:spLocks noGrp="1"/>
          </p:cNvSpPr>
          <p:nvPr>
            <p:ph idx="1"/>
          </p:nvPr>
        </p:nvSpPr>
        <p:spPr>
          <a:xfrm>
            <a:off x="838200" y="479685"/>
            <a:ext cx="10515600" cy="5861154"/>
          </a:xfrm>
        </p:spPr>
        <p:txBody>
          <a:bodyPr>
            <a:normAutofit lnSpcReduction="10000"/>
          </a:bodyPr>
          <a:lstStyle/>
          <a:p>
            <a:pPr marL="0" indent="0">
              <a:buNone/>
            </a:pPr>
            <a:r>
              <a:rPr lang="en-US" b="1" dirty="0"/>
              <a:t>Field work and </a:t>
            </a:r>
            <a:r>
              <a:rPr lang="en-US" b="1" dirty="0" err="1"/>
              <a:t>analysing</a:t>
            </a:r>
            <a:r>
              <a:rPr lang="en-US" b="1" dirty="0"/>
              <a:t> results</a:t>
            </a:r>
          </a:p>
          <a:p>
            <a:pPr algn="just">
              <a:spcAft>
                <a:spcPts val="750"/>
              </a:spcAft>
            </a:pPr>
            <a:r>
              <a:rPr lang="en-US" dirty="0">
                <a:effectLst/>
              </a:rPr>
              <a:t>If the planning phase has been successfully completed and approved by the management, it is now time to implement the plan and do the so called </a:t>
            </a:r>
            <a:r>
              <a:rPr lang="en-US" b="1" dirty="0">
                <a:effectLst/>
              </a:rPr>
              <a:t>field work</a:t>
            </a:r>
            <a:r>
              <a:rPr lang="en-US" dirty="0">
                <a:effectLst/>
              </a:rPr>
              <a:t>. During a field study, auditors conduct a number of </a:t>
            </a:r>
            <a:r>
              <a:rPr lang="en-US" b="1" dirty="0">
                <a:effectLst/>
              </a:rPr>
              <a:t>interviews, collect and </a:t>
            </a:r>
            <a:r>
              <a:rPr lang="en-US" b="1" dirty="0" err="1">
                <a:effectLst/>
              </a:rPr>
              <a:t>analyse</a:t>
            </a:r>
            <a:r>
              <a:rPr lang="en-US" b="1" dirty="0">
                <a:effectLst/>
              </a:rPr>
              <a:t> various documents</a:t>
            </a:r>
            <a:r>
              <a:rPr lang="en-US" dirty="0">
                <a:effectLst/>
              </a:rPr>
              <a:t> and </a:t>
            </a:r>
            <a:r>
              <a:rPr lang="en-US" b="1" dirty="0">
                <a:effectLst/>
              </a:rPr>
              <a:t>receive information in other formats</a:t>
            </a:r>
            <a:r>
              <a:rPr lang="en-US" dirty="0">
                <a:effectLst/>
              </a:rPr>
              <a:t>.  </a:t>
            </a:r>
          </a:p>
          <a:p>
            <a:pPr algn="just">
              <a:spcAft>
                <a:spcPts val="750"/>
              </a:spcAft>
            </a:pPr>
            <a:r>
              <a:rPr lang="en-US" dirty="0">
                <a:effectLst/>
              </a:rPr>
              <a:t>IT auditors might need to go to the field in reality – to make </a:t>
            </a:r>
            <a:r>
              <a:rPr lang="en-US" b="1" dirty="0">
                <a:effectLst/>
              </a:rPr>
              <a:t>observations</a:t>
            </a:r>
            <a:r>
              <a:rPr lang="en-US" dirty="0">
                <a:effectLst/>
              </a:rPr>
              <a:t>, e.g. whether IT projects have been implemented or what the situation in systems is. Field work might include visiting server room or farm to see them functioning, observing the situation in real time or inspecting software use practices. </a:t>
            </a:r>
          </a:p>
          <a:p>
            <a:pPr algn="just">
              <a:spcAft>
                <a:spcPts val="750"/>
              </a:spcAft>
            </a:pPr>
            <a:r>
              <a:rPr lang="en-US" dirty="0">
                <a:effectLst/>
              </a:rPr>
              <a:t>Before going into the field, it is important to be prepared, e.g. to get acquainted with the situation or the certain project/case study, prepare questions for auditees/interest groups. </a:t>
            </a:r>
          </a:p>
          <a:p>
            <a:endParaRPr lang="en-TZ" dirty="0"/>
          </a:p>
        </p:txBody>
      </p:sp>
    </p:spTree>
    <p:extLst>
      <p:ext uri="{BB962C8B-B14F-4D97-AF65-F5344CB8AC3E}">
        <p14:creationId xmlns:p14="http://schemas.microsoft.com/office/powerpoint/2010/main" val="31464523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7D9F5E-744F-BEF2-BDBB-AC335D222F3C}"/>
              </a:ext>
            </a:extLst>
          </p:cNvPr>
          <p:cNvSpPr>
            <a:spLocks noGrp="1"/>
          </p:cNvSpPr>
          <p:nvPr>
            <p:ph idx="1"/>
          </p:nvPr>
        </p:nvSpPr>
        <p:spPr>
          <a:xfrm>
            <a:off x="838200" y="569626"/>
            <a:ext cx="10515600" cy="5607337"/>
          </a:xfrm>
        </p:spPr>
        <p:txBody>
          <a:bodyPr>
            <a:normAutofit lnSpcReduction="10000"/>
          </a:bodyPr>
          <a:lstStyle/>
          <a:p>
            <a:pPr marL="0" indent="0">
              <a:buNone/>
            </a:pPr>
            <a:r>
              <a:rPr lang="en-US" b="1" dirty="0"/>
              <a:t>Documentation </a:t>
            </a:r>
          </a:p>
          <a:p>
            <a:r>
              <a:rPr lang="en-US" dirty="0"/>
              <a:t>Auditors should adequately document the </a:t>
            </a:r>
            <a:r>
              <a:rPr lang="en-US" b="1" dirty="0"/>
              <a:t>audit evidence</a:t>
            </a:r>
            <a:r>
              <a:rPr lang="en-US" dirty="0"/>
              <a:t> in </a:t>
            </a:r>
            <a:r>
              <a:rPr lang="en-US" b="1" dirty="0"/>
              <a:t>working papers</a:t>
            </a:r>
            <a:r>
              <a:rPr lang="en-US" dirty="0"/>
              <a:t>. Working papers are the auditor's principal record of the work performed and the conclusions reached on significant matters. Working papers provide evidence of the auditor's exercise of due care and help the auditor conduct and supervise the audit. Each institution develops its own techniques to prepare, review and file working papers, generally based on its experience and its particular needs and environment. </a:t>
            </a:r>
          </a:p>
          <a:p>
            <a:r>
              <a:rPr lang="en-US" dirty="0"/>
              <a:t>The elements of the working papers are: </a:t>
            </a:r>
          </a:p>
          <a:p>
            <a:pPr lvl="1"/>
            <a:r>
              <a:rPr lang="en-US" dirty="0"/>
              <a:t>Question and criteria to be answered (related to ADM) </a:t>
            </a:r>
          </a:p>
          <a:p>
            <a:pPr lvl="1"/>
            <a:r>
              <a:rPr lang="en-US" dirty="0"/>
              <a:t>What and how did we </a:t>
            </a:r>
            <a:r>
              <a:rPr lang="en-US" dirty="0" err="1"/>
              <a:t>analyse</a:t>
            </a:r>
            <a:r>
              <a:rPr lang="en-US" dirty="0"/>
              <a:t>? </a:t>
            </a:r>
          </a:p>
          <a:p>
            <a:pPr lvl="1"/>
            <a:r>
              <a:rPr lang="en-US" dirty="0"/>
              <a:t>What are the findings and evidence? </a:t>
            </a:r>
          </a:p>
          <a:p>
            <a:pPr lvl="1"/>
            <a:r>
              <a:rPr lang="en-US" dirty="0"/>
              <a:t>Conclusions </a:t>
            </a:r>
          </a:p>
          <a:p>
            <a:endParaRPr lang="en-TZ" dirty="0"/>
          </a:p>
        </p:txBody>
      </p:sp>
    </p:spTree>
    <p:extLst>
      <p:ext uri="{BB962C8B-B14F-4D97-AF65-F5344CB8AC3E}">
        <p14:creationId xmlns:p14="http://schemas.microsoft.com/office/powerpoint/2010/main" val="22983618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519961-5A33-8426-8379-561E3F2F499D}"/>
              </a:ext>
            </a:extLst>
          </p:cNvPr>
          <p:cNvSpPr>
            <a:spLocks noGrp="1"/>
          </p:cNvSpPr>
          <p:nvPr>
            <p:ph idx="1"/>
          </p:nvPr>
        </p:nvSpPr>
        <p:spPr>
          <a:xfrm>
            <a:off x="554636" y="539646"/>
            <a:ext cx="11002780" cy="5801193"/>
          </a:xfrm>
        </p:spPr>
        <p:txBody>
          <a:bodyPr>
            <a:normAutofit/>
          </a:bodyPr>
          <a:lstStyle/>
          <a:p>
            <a:pPr marL="0" indent="0">
              <a:buNone/>
            </a:pPr>
            <a:r>
              <a:rPr lang="en-US" b="1" dirty="0" err="1"/>
              <a:t>Analysing</a:t>
            </a:r>
            <a:r>
              <a:rPr lang="en-US" b="1" dirty="0"/>
              <a:t> results </a:t>
            </a:r>
          </a:p>
          <a:p>
            <a:r>
              <a:rPr lang="en-US" dirty="0"/>
              <a:t>All of this data needs to be sorted and </a:t>
            </a:r>
            <a:r>
              <a:rPr lang="en-US" dirty="0" err="1"/>
              <a:t>analysed</a:t>
            </a:r>
            <a:r>
              <a:rPr lang="en-US" dirty="0"/>
              <a:t> to determine what is relevant and to be able to evaluate the situation in the audited sector.  </a:t>
            </a:r>
          </a:p>
          <a:p>
            <a:r>
              <a:rPr lang="en-US" dirty="0"/>
              <a:t>ISSAI 3000 describes the process of comparing audit </a:t>
            </a:r>
            <a:r>
              <a:rPr lang="en-US" b="1" dirty="0"/>
              <a:t>evidence</a:t>
            </a:r>
            <a:r>
              <a:rPr lang="en-US" dirty="0"/>
              <a:t> with </a:t>
            </a:r>
            <a:r>
              <a:rPr lang="en-US" b="1" dirty="0"/>
              <a:t>criteria</a:t>
            </a:r>
            <a:r>
              <a:rPr lang="en-US" dirty="0"/>
              <a:t> and drawing </a:t>
            </a:r>
            <a:r>
              <a:rPr lang="en-US" b="1" dirty="0"/>
              <a:t>conclusions</a:t>
            </a:r>
            <a:r>
              <a:rPr lang="en-US" dirty="0"/>
              <a:t>. </a:t>
            </a:r>
          </a:p>
          <a:p>
            <a:r>
              <a:rPr lang="en-US" dirty="0"/>
              <a:t>When the auditor compares the audit evidence gathered with the criteria and discovers deviations, these are the </a:t>
            </a:r>
            <a:r>
              <a:rPr lang="en-US" b="1" dirty="0"/>
              <a:t>findings</a:t>
            </a:r>
            <a:r>
              <a:rPr lang="en-US" dirty="0"/>
              <a:t>. When </a:t>
            </a:r>
            <a:r>
              <a:rPr lang="en-US" dirty="0" err="1"/>
              <a:t>analysing</a:t>
            </a:r>
            <a:r>
              <a:rPr lang="en-US" dirty="0"/>
              <a:t> audit evidence and findings, you need to check which criteria have been met. As a result of this study, you will be able to derive an answer to your audit questions and draw </a:t>
            </a:r>
            <a:r>
              <a:rPr lang="en-US" b="1" dirty="0"/>
              <a:t>conclusions</a:t>
            </a:r>
            <a:r>
              <a:rPr lang="en-US" dirty="0"/>
              <a:t>. </a:t>
            </a:r>
          </a:p>
          <a:p>
            <a:endParaRPr lang="en-US" dirty="0"/>
          </a:p>
          <a:p>
            <a:endParaRPr lang="en-TZ" dirty="0"/>
          </a:p>
        </p:txBody>
      </p:sp>
    </p:spTree>
    <p:extLst>
      <p:ext uri="{BB962C8B-B14F-4D97-AF65-F5344CB8AC3E}">
        <p14:creationId xmlns:p14="http://schemas.microsoft.com/office/powerpoint/2010/main" val="23713589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diagram&#10;&#10;Description automatically generated with medium confidence">
            <a:extLst>
              <a:ext uri="{FF2B5EF4-FFF2-40B4-BE49-F238E27FC236}">
                <a16:creationId xmlns:a16="http://schemas.microsoft.com/office/drawing/2014/main" id="{F577E04B-9CBB-CDB9-878A-90A7C80CE3E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4596" y="659566"/>
            <a:ext cx="11122701" cy="5726243"/>
          </a:xfrm>
        </p:spPr>
      </p:pic>
    </p:spTree>
    <p:extLst>
      <p:ext uri="{BB962C8B-B14F-4D97-AF65-F5344CB8AC3E}">
        <p14:creationId xmlns:p14="http://schemas.microsoft.com/office/powerpoint/2010/main" val="42799269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1B205F-7B05-7CDF-5493-BB12A210D7FB}"/>
              </a:ext>
            </a:extLst>
          </p:cNvPr>
          <p:cNvSpPr>
            <a:spLocks noGrp="1"/>
          </p:cNvSpPr>
          <p:nvPr>
            <p:ph idx="1"/>
          </p:nvPr>
        </p:nvSpPr>
        <p:spPr>
          <a:xfrm>
            <a:off x="838200" y="614597"/>
            <a:ext cx="10515600" cy="5562366"/>
          </a:xfrm>
        </p:spPr>
        <p:txBody>
          <a:bodyPr/>
          <a:lstStyle/>
          <a:p>
            <a:r>
              <a:rPr lang="en-US" dirty="0" err="1"/>
              <a:t>Analysing</a:t>
            </a:r>
            <a:r>
              <a:rPr lang="en-US" dirty="0"/>
              <a:t> relationships between audit questions, sub-questions and criteria: </a:t>
            </a:r>
          </a:p>
          <a:p>
            <a:endParaRPr lang="en-TZ" dirty="0"/>
          </a:p>
        </p:txBody>
      </p:sp>
      <p:pic>
        <p:nvPicPr>
          <p:cNvPr id="5" name="Picture 4" descr="A close-up of a white paper&#10;&#10;Description automatically generated">
            <a:extLst>
              <a:ext uri="{FF2B5EF4-FFF2-40B4-BE49-F238E27FC236}">
                <a16:creationId xmlns:a16="http://schemas.microsoft.com/office/drawing/2014/main" id="{B9D6453B-F023-9DF2-5517-53B5FBD369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9370" y="2368495"/>
            <a:ext cx="10394430" cy="3192856"/>
          </a:xfrm>
          <a:prstGeom prst="rect">
            <a:avLst/>
          </a:prstGeom>
        </p:spPr>
      </p:pic>
    </p:spTree>
    <p:extLst>
      <p:ext uri="{BB962C8B-B14F-4D97-AF65-F5344CB8AC3E}">
        <p14:creationId xmlns:p14="http://schemas.microsoft.com/office/powerpoint/2010/main" val="4303284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043582-D8AB-6FC5-5B98-388E134256A2}"/>
              </a:ext>
            </a:extLst>
          </p:cNvPr>
          <p:cNvSpPr>
            <a:spLocks noGrp="1"/>
          </p:cNvSpPr>
          <p:nvPr>
            <p:ph idx="1"/>
          </p:nvPr>
        </p:nvSpPr>
        <p:spPr>
          <a:xfrm>
            <a:off x="838200" y="779489"/>
            <a:ext cx="10515600" cy="5397474"/>
          </a:xfrm>
        </p:spPr>
        <p:txBody>
          <a:bodyPr>
            <a:normAutofit/>
          </a:bodyPr>
          <a:lstStyle/>
          <a:p>
            <a:r>
              <a:rPr lang="en-US" sz="4400" dirty="0"/>
              <a:t>During analysis, we need to pay attention to the </a:t>
            </a:r>
            <a:r>
              <a:rPr lang="en-US" sz="4400" b="1" dirty="0"/>
              <a:t>quality of data</a:t>
            </a:r>
            <a:r>
              <a:rPr lang="en-US" sz="4400" dirty="0"/>
              <a:t>. </a:t>
            </a:r>
          </a:p>
          <a:p>
            <a:r>
              <a:rPr lang="en-US" sz="4400" dirty="0"/>
              <a:t>Conclusions are only as good as the quality of the information itself. Auditors often have to limit themselves to </a:t>
            </a:r>
            <a:r>
              <a:rPr lang="en-US" sz="4400" dirty="0" err="1"/>
              <a:t>criticising</a:t>
            </a:r>
            <a:r>
              <a:rPr lang="en-US" sz="4400" dirty="0"/>
              <a:t> the quality of data, which does not allow further conclusions to be drawn. </a:t>
            </a:r>
          </a:p>
          <a:p>
            <a:endParaRPr lang="en-TZ" sz="4400" dirty="0"/>
          </a:p>
        </p:txBody>
      </p:sp>
    </p:spTree>
    <p:extLst>
      <p:ext uri="{BB962C8B-B14F-4D97-AF65-F5344CB8AC3E}">
        <p14:creationId xmlns:p14="http://schemas.microsoft.com/office/powerpoint/2010/main" val="4003756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1AFEC5-6EB9-CCDF-B8A5-3B1CD5FB4F26}"/>
              </a:ext>
            </a:extLst>
          </p:cNvPr>
          <p:cNvSpPr>
            <a:spLocks noGrp="1"/>
          </p:cNvSpPr>
          <p:nvPr>
            <p:ph idx="1"/>
          </p:nvPr>
        </p:nvSpPr>
        <p:spPr>
          <a:xfrm>
            <a:off x="524656" y="449705"/>
            <a:ext cx="11137692" cy="6011056"/>
          </a:xfrm>
        </p:spPr>
        <p:txBody>
          <a:bodyPr>
            <a:normAutofit lnSpcReduction="10000"/>
          </a:bodyPr>
          <a:lstStyle/>
          <a:p>
            <a:pPr marL="0" indent="0">
              <a:buNone/>
            </a:pPr>
            <a:r>
              <a:rPr lang="en-US" b="1" dirty="0"/>
              <a:t>Preparing a report</a:t>
            </a:r>
          </a:p>
          <a:p>
            <a:r>
              <a:rPr lang="en-US" b="1" dirty="0"/>
              <a:t>Requirements for audit report </a:t>
            </a:r>
          </a:p>
          <a:p>
            <a:r>
              <a:rPr lang="en-US" dirty="0"/>
              <a:t>The audit report must provide well-founded, objective and complete information, analysis and assessments that add value for decision-makers and stakeholders. Expectations for an audit report are generally very high and mistakes therefore need to be avoided. </a:t>
            </a:r>
          </a:p>
          <a:p>
            <a:r>
              <a:rPr lang="en-US" dirty="0"/>
              <a:t>The report also needs to be </a:t>
            </a:r>
            <a:r>
              <a:rPr lang="en-US" b="1" dirty="0"/>
              <a:t>convincing and persuasively presented</a:t>
            </a:r>
            <a:r>
              <a:rPr lang="en-US" dirty="0"/>
              <a:t>, following the discovered facts. At the same, it must be </a:t>
            </a:r>
            <a:r>
              <a:rPr lang="en-US" b="1" dirty="0"/>
              <a:t>objective</a:t>
            </a:r>
            <a:r>
              <a:rPr lang="en-US" dirty="0"/>
              <a:t> and </a:t>
            </a:r>
            <a:r>
              <a:rPr lang="en-US" b="1" dirty="0"/>
              <a:t>balanced</a:t>
            </a:r>
            <a:r>
              <a:rPr lang="en-US" dirty="0"/>
              <a:t> in content and tone. In order to increase the impact of the audit report, it needs to be written </a:t>
            </a:r>
            <a:r>
              <a:rPr lang="en-US" b="1" dirty="0"/>
              <a:t>clearly</a:t>
            </a:r>
            <a:r>
              <a:rPr lang="en-US" dirty="0"/>
              <a:t> and in an </a:t>
            </a:r>
            <a:r>
              <a:rPr lang="en-US" b="1" dirty="0"/>
              <a:t>easy-to-read manner</a:t>
            </a:r>
            <a:r>
              <a:rPr lang="en-US" dirty="0"/>
              <a:t>. The report also needs to be </a:t>
            </a:r>
            <a:r>
              <a:rPr lang="en-US" b="1" dirty="0"/>
              <a:t>concise</a:t>
            </a:r>
            <a:r>
              <a:rPr lang="en-US" dirty="0"/>
              <a:t>; no longer than necessary to convey and support the message. </a:t>
            </a:r>
          </a:p>
          <a:p>
            <a:r>
              <a:rPr lang="en-US" dirty="0"/>
              <a:t>An audit report must always be </a:t>
            </a:r>
            <a:r>
              <a:rPr lang="en-US" b="1" dirty="0"/>
              <a:t>accurate, true, comprehensive and complete</a:t>
            </a:r>
            <a:r>
              <a:rPr lang="en-US" dirty="0"/>
              <a:t>, containing all of the relevant information and arguments to support the audit message. </a:t>
            </a:r>
          </a:p>
          <a:p>
            <a:endParaRPr lang="en-US" b="1" dirty="0"/>
          </a:p>
          <a:p>
            <a:endParaRPr lang="en-TZ" dirty="0"/>
          </a:p>
        </p:txBody>
      </p:sp>
    </p:spTree>
    <p:extLst>
      <p:ext uri="{BB962C8B-B14F-4D97-AF65-F5344CB8AC3E}">
        <p14:creationId xmlns:p14="http://schemas.microsoft.com/office/powerpoint/2010/main" val="13155349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680A81-CC0D-7D43-A1DE-FB88C4B56EBE}"/>
              </a:ext>
            </a:extLst>
          </p:cNvPr>
          <p:cNvSpPr>
            <a:spLocks noGrp="1"/>
          </p:cNvSpPr>
          <p:nvPr>
            <p:ph idx="1"/>
          </p:nvPr>
        </p:nvSpPr>
        <p:spPr>
          <a:xfrm>
            <a:off x="838200" y="599607"/>
            <a:ext cx="10515600" cy="5577356"/>
          </a:xfrm>
        </p:spPr>
        <p:txBody>
          <a:bodyPr>
            <a:normAutofit/>
          </a:bodyPr>
          <a:lstStyle/>
          <a:p>
            <a:pPr marL="0" indent="0">
              <a:buNone/>
            </a:pPr>
            <a:r>
              <a:rPr lang="en-US" b="1" dirty="0"/>
              <a:t>Criterion-condition-cause-effect </a:t>
            </a:r>
          </a:p>
          <a:p>
            <a:r>
              <a:rPr lang="en-US" dirty="0"/>
              <a:t>To structure the paragraphs in an audit report, it is useful to follow a </a:t>
            </a:r>
            <a:r>
              <a:rPr lang="en-US" b="1" dirty="0"/>
              <a:t>criterion-condition-cause-effect</a:t>
            </a:r>
            <a:r>
              <a:rPr lang="en-US" dirty="0"/>
              <a:t> structure. Below is an example of using a table to </a:t>
            </a:r>
            <a:r>
              <a:rPr lang="en-US" dirty="0" err="1"/>
              <a:t>analyse</a:t>
            </a:r>
            <a:r>
              <a:rPr lang="en-US" dirty="0"/>
              <a:t> results and eventually develop a chapter for a report. </a:t>
            </a:r>
          </a:p>
          <a:p>
            <a:r>
              <a:rPr lang="en-US" b="1" dirty="0"/>
              <a:t>Step 1:</a:t>
            </a:r>
            <a:r>
              <a:rPr lang="en-US" dirty="0"/>
              <a:t> </a:t>
            </a:r>
            <a:r>
              <a:rPr lang="en-US" dirty="0" err="1"/>
              <a:t>Analyse</a:t>
            </a:r>
            <a:r>
              <a:rPr lang="en-US" dirty="0"/>
              <a:t> the findings and sort the criteria, conditions, cause and final effect in a table, thus </a:t>
            </a:r>
            <a:r>
              <a:rPr lang="en-US" dirty="0" err="1"/>
              <a:t>organising</a:t>
            </a:r>
            <a:r>
              <a:rPr lang="en-US" dirty="0"/>
              <a:t> the statements in a logical order. It is often not easy to understand whether a finding is a cause or a final effect. The reason for this is that final effect may be a cause for the next condition. All of these relations between the findings need to be </a:t>
            </a:r>
            <a:r>
              <a:rPr lang="en-US" dirty="0" err="1"/>
              <a:t>analysed</a:t>
            </a:r>
            <a:r>
              <a:rPr lang="en-US" dirty="0"/>
              <a:t> with care.</a:t>
            </a:r>
          </a:p>
          <a:p>
            <a:endParaRPr lang="en-TZ" dirty="0"/>
          </a:p>
        </p:txBody>
      </p:sp>
    </p:spTree>
    <p:extLst>
      <p:ext uri="{BB962C8B-B14F-4D97-AF65-F5344CB8AC3E}">
        <p14:creationId xmlns:p14="http://schemas.microsoft.com/office/powerpoint/2010/main" val="24545167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83AA74-23B1-3431-6244-0B96DEE0B580}"/>
              </a:ext>
            </a:extLst>
          </p:cNvPr>
          <p:cNvSpPr>
            <a:spLocks noGrp="1"/>
          </p:cNvSpPr>
          <p:nvPr>
            <p:ph idx="1"/>
          </p:nvPr>
        </p:nvSpPr>
        <p:spPr>
          <a:xfrm>
            <a:off x="838200" y="659567"/>
            <a:ext cx="10515600" cy="5517396"/>
          </a:xfrm>
        </p:spPr>
        <p:txBody>
          <a:bodyPr>
            <a:noAutofit/>
          </a:bodyPr>
          <a:lstStyle/>
          <a:p>
            <a:r>
              <a:rPr lang="en-US" sz="4000" b="1" dirty="0"/>
              <a:t>Step 2:</a:t>
            </a:r>
            <a:r>
              <a:rPr lang="en-US" sz="4000" dirty="0"/>
              <a:t> Extract the statements from the table and arrange them as a bullet-point list. If the sequence of statements does not flow logically, you will need to return to the table. Maybe you did not put the condition, cause and effect in the right cells.</a:t>
            </a:r>
          </a:p>
          <a:p>
            <a:r>
              <a:rPr lang="en-US" sz="4000" b="1" dirty="0"/>
              <a:t>Step 3:</a:t>
            </a:r>
            <a:r>
              <a:rPr lang="en-US" sz="4000" dirty="0"/>
              <a:t> It is easy to develop a paragraph from the bullet-point list. </a:t>
            </a:r>
          </a:p>
          <a:p>
            <a:endParaRPr lang="en-US" sz="4000" dirty="0"/>
          </a:p>
          <a:p>
            <a:r>
              <a:rPr lang="en-US" sz="4000" dirty="0"/>
              <a:t> </a:t>
            </a:r>
          </a:p>
          <a:p>
            <a:endParaRPr lang="en-TZ" sz="4000" dirty="0"/>
          </a:p>
        </p:txBody>
      </p:sp>
    </p:spTree>
    <p:extLst>
      <p:ext uri="{BB962C8B-B14F-4D97-AF65-F5344CB8AC3E}">
        <p14:creationId xmlns:p14="http://schemas.microsoft.com/office/powerpoint/2010/main" val="41609844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AE4C97-C40B-DD5B-AA16-EFA9E55716A0}"/>
              </a:ext>
            </a:extLst>
          </p:cNvPr>
          <p:cNvSpPr>
            <a:spLocks noGrp="1"/>
          </p:cNvSpPr>
          <p:nvPr>
            <p:ph idx="1"/>
          </p:nvPr>
        </p:nvSpPr>
        <p:spPr>
          <a:xfrm>
            <a:off x="838200" y="659567"/>
            <a:ext cx="10515600" cy="5517396"/>
          </a:xfrm>
        </p:spPr>
        <p:txBody>
          <a:bodyPr>
            <a:normAutofit/>
          </a:bodyPr>
          <a:lstStyle/>
          <a:p>
            <a:r>
              <a:rPr lang="en-US" sz="3600" dirty="0"/>
              <a:t>This method has proven useful for the initial analysis of findings as it is minimal and does not demand too much time or effort, being a short text. Of course, you may rewrite the paragraph and add examples or further reasoning to the final text. </a:t>
            </a:r>
          </a:p>
          <a:p>
            <a:r>
              <a:rPr lang="en-US" sz="3600" dirty="0"/>
              <a:t>By considering criteria, conditions, causes and effects while </a:t>
            </a:r>
            <a:r>
              <a:rPr lang="en-US" sz="3600" dirty="0" err="1"/>
              <a:t>analysing</a:t>
            </a:r>
            <a:r>
              <a:rPr lang="en-US" sz="3600" dirty="0"/>
              <a:t> audit findings, an auditor will end up writing a logically constructed report that is likely to have greater impact.</a:t>
            </a:r>
            <a:endParaRPr lang="en-TZ" sz="3600" dirty="0"/>
          </a:p>
        </p:txBody>
      </p:sp>
    </p:spTree>
    <p:extLst>
      <p:ext uri="{BB962C8B-B14F-4D97-AF65-F5344CB8AC3E}">
        <p14:creationId xmlns:p14="http://schemas.microsoft.com/office/powerpoint/2010/main" val="36735115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737E25-D1E5-ADB9-7E39-8351622B62B9}"/>
              </a:ext>
            </a:extLst>
          </p:cNvPr>
          <p:cNvSpPr>
            <a:spLocks noGrp="1"/>
          </p:cNvSpPr>
          <p:nvPr>
            <p:ph idx="1"/>
          </p:nvPr>
        </p:nvSpPr>
        <p:spPr>
          <a:xfrm>
            <a:off x="344774" y="239843"/>
            <a:ext cx="11467474" cy="6280878"/>
          </a:xfrm>
        </p:spPr>
        <p:txBody>
          <a:bodyPr/>
          <a:lstStyle/>
          <a:p>
            <a:r>
              <a:rPr lang="en-US" b="1" dirty="0"/>
              <a:t>In order to increase the impact of environmental audits</a:t>
            </a:r>
            <a:r>
              <a:rPr lang="en-US" dirty="0"/>
              <a:t>, the audit report should answer the following questions:</a:t>
            </a:r>
          </a:p>
          <a:p>
            <a:endParaRPr lang="en-TZ" dirty="0"/>
          </a:p>
        </p:txBody>
      </p:sp>
      <p:pic>
        <p:nvPicPr>
          <p:cNvPr id="5" name="Picture 4" descr="A screenshot of a computer screen&#10;&#10;Description automatically generated">
            <a:extLst>
              <a:ext uri="{FF2B5EF4-FFF2-40B4-BE49-F238E27FC236}">
                <a16:creationId xmlns:a16="http://schemas.microsoft.com/office/drawing/2014/main" id="{4469B4C2-2652-ACB5-DD3F-63E0A4A931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666" y="1304145"/>
            <a:ext cx="11152682" cy="4791992"/>
          </a:xfrm>
          <a:prstGeom prst="rect">
            <a:avLst/>
          </a:prstGeom>
        </p:spPr>
      </p:pic>
    </p:spTree>
    <p:extLst>
      <p:ext uri="{BB962C8B-B14F-4D97-AF65-F5344CB8AC3E}">
        <p14:creationId xmlns:p14="http://schemas.microsoft.com/office/powerpoint/2010/main" val="38995144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24FDB-AE8F-C7E0-CBEF-E8087DBEB2DE}"/>
              </a:ext>
            </a:extLst>
          </p:cNvPr>
          <p:cNvSpPr>
            <a:spLocks noGrp="1"/>
          </p:cNvSpPr>
          <p:nvPr>
            <p:ph type="title"/>
          </p:nvPr>
        </p:nvSpPr>
        <p:spPr>
          <a:xfrm>
            <a:off x="838200" y="1289154"/>
            <a:ext cx="10515600" cy="1106071"/>
          </a:xfrm>
        </p:spPr>
        <p:txBody>
          <a:bodyPr>
            <a:noAutofit/>
          </a:bodyPr>
          <a:lstStyle/>
          <a:p>
            <a:r>
              <a:rPr lang="en-US" sz="2400" b="1" dirty="0"/>
              <a:t>Recommendations </a:t>
            </a:r>
            <a:br>
              <a:rPr lang="en-US" sz="2400" b="1" dirty="0"/>
            </a:br>
            <a:r>
              <a:rPr lang="en-US" sz="2400" dirty="0"/>
              <a:t>The auditor's conclusions and recommendations are important aspects of an audit and, where appropriate, are written as a guide for action. </a:t>
            </a:r>
            <a:br>
              <a:rPr lang="en-US" sz="2400" dirty="0"/>
            </a:br>
            <a:r>
              <a:rPr lang="en-US" sz="2400" dirty="0"/>
              <a:t>Recommendations should be linked to the audit objectives, findings and conclusions. Besides being constructive and realistic, they should address the problems identified by the audit. The likelihood of having an impact is greater if recommendations are discussed with the auditee. </a:t>
            </a:r>
            <a:br>
              <a:rPr lang="en-US" sz="2400" dirty="0"/>
            </a:br>
            <a:r>
              <a:rPr lang="en-US" sz="2400" dirty="0"/>
              <a:t>Effective recommendations are: </a:t>
            </a:r>
            <a:br>
              <a:rPr lang="en-US" sz="2400" dirty="0"/>
            </a:br>
            <a:endParaRPr lang="en-TZ" sz="2400" dirty="0"/>
          </a:p>
        </p:txBody>
      </p:sp>
      <p:pic>
        <p:nvPicPr>
          <p:cNvPr id="5" name="Content Placeholder 4" descr="A white background with black text&#10;&#10;Description automatically generated">
            <a:extLst>
              <a:ext uri="{FF2B5EF4-FFF2-40B4-BE49-F238E27FC236}">
                <a16:creationId xmlns:a16="http://schemas.microsoft.com/office/drawing/2014/main" id="{39F0DE2A-4E90-7E9F-7D26-55A8AA3A2C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37483" y="3429000"/>
            <a:ext cx="3423552" cy="2747963"/>
          </a:xfrm>
        </p:spPr>
      </p:pic>
    </p:spTree>
    <p:extLst>
      <p:ext uri="{BB962C8B-B14F-4D97-AF65-F5344CB8AC3E}">
        <p14:creationId xmlns:p14="http://schemas.microsoft.com/office/powerpoint/2010/main" val="24151134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EFE40-3F23-2C2B-D748-57569FB730BA}"/>
              </a:ext>
            </a:extLst>
          </p:cNvPr>
          <p:cNvSpPr>
            <a:spLocks noGrp="1"/>
          </p:cNvSpPr>
          <p:nvPr>
            <p:ph type="title"/>
          </p:nvPr>
        </p:nvSpPr>
        <p:spPr/>
        <p:txBody>
          <a:bodyPr>
            <a:noAutofit/>
          </a:bodyPr>
          <a:lstStyle/>
          <a:p>
            <a:r>
              <a:rPr lang="en-US" sz="3600" b="1" dirty="0"/>
              <a:t>Publishing an audit report and communicating audit results</a:t>
            </a:r>
            <a:endParaRPr lang="en-TZ" sz="3600" dirty="0"/>
          </a:p>
        </p:txBody>
      </p:sp>
      <p:sp>
        <p:nvSpPr>
          <p:cNvPr id="3" name="Content Placeholder 2">
            <a:extLst>
              <a:ext uri="{FF2B5EF4-FFF2-40B4-BE49-F238E27FC236}">
                <a16:creationId xmlns:a16="http://schemas.microsoft.com/office/drawing/2014/main" id="{A73FBD8E-CF42-E34D-0F5C-5ED6C268742C}"/>
              </a:ext>
            </a:extLst>
          </p:cNvPr>
          <p:cNvSpPr>
            <a:spLocks noGrp="1"/>
          </p:cNvSpPr>
          <p:nvPr>
            <p:ph idx="1"/>
          </p:nvPr>
        </p:nvSpPr>
        <p:spPr/>
        <p:txBody>
          <a:bodyPr>
            <a:normAutofit/>
          </a:bodyPr>
          <a:lstStyle/>
          <a:p>
            <a:pPr marL="0" indent="0">
              <a:buNone/>
            </a:pPr>
            <a:r>
              <a:rPr lang="en-US" sz="3600" b="1" dirty="0"/>
              <a:t>Communication of audit results </a:t>
            </a:r>
          </a:p>
          <a:p>
            <a:r>
              <a:rPr lang="en-US" sz="3600" dirty="0"/>
              <a:t>It is good practice to </a:t>
            </a:r>
            <a:r>
              <a:rPr lang="en-US" sz="3600" b="1" dirty="0"/>
              <a:t>present</a:t>
            </a:r>
            <a:r>
              <a:rPr lang="en-US" sz="3600" dirty="0"/>
              <a:t> the audit report to the relevant parliamentary committee for consideration, to the auditees for their information and to the media for introducing it to the general public.  </a:t>
            </a:r>
          </a:p>
          <a:p>
            <a:endParaRPr lang="en-TZ" sz="3600" dirty="0"/>
          </a:p>
        </p:txBody>
      </p:sp>
    </p:spTree>
    <p:extLst>
      <p:ext uri="{BB962C8B-B14F-4D97-AF65-F5344CB8AC3E}">
        <p14:creationId xmlns:p14="http://schemas.microsoft.com/office/powerpoint/2010/main" val="11414872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D89770-9F6A-46B0-0FD3-143E07D871A8}"/>
              </a:ext>
            </a:extLst>
          </p:cNvPr>
          <p:cNvSpPr>
            <a:spLocks noGrp="1"/>
          </p:cNvSpPr>
          <p:nvPr>
            <p:ph idx="1"/>
          </p:nvPr>
        </p:nvSpPr>
        <p:spPr>
          <a:xfrm>
            <a:off x="838200" y="659567"/>
            <a:ext cx="10515600" cy="5517396"/>
          </a:xfrm>
        </p:spPr>
        <p:txBody>
          <a:bodyPr>
            <a:normAutofit/>
          </a:bodyPr>
          <a:lstStyle/>
          <a:p>
            <a:r>
              <a:rPr lang="en-US" sz="4000" dirty="0"/>
              <a:t>State Audit Institutions usually issue </a:t>
            </a:r>
            <a:r>
              <a:rPr lang="en-US" sz="4000" b="1" dirty="0"/>
              <a:t>press releases</a:t>
            </a:r>
            <a:r>
              <a:rPr lang="en-US" sz="4000" dirty="0"/>
              <a:t> and post full audit reports on their </a:t>
            </a:r>
            <a:r>
              <a:rPr lang="en-US" sz="4000" b="1" dirty="0"/>
              <a:t>websites</a:t>
            </a:r>
            <a:r>
              <a:rPr lang="en-US" sz="4000" dirty="0"/>
              <a:t>. A good press release related to the environmental topic should draw attention to which environmental problem the audit helps solve and why it is important. </a:t>
            </a:r>
          </a:p>
          <a:p>
            <a:r>
              <a:rPr lang="en-US" sz="4000" dirty="0"/>
              <a:t>Social media channels, such as Facebook, Twitter, YouTube, are used to present the results of the audits.</a:t>
            </a:r>
          </a:p>
          <a:p>
            <a:endParaRPr lang="en-TZ" sz="4000" dirty="0"/>
          </a:p>
        </p:txBody>
      </p:sp>
    </p:spTree>
    <p:extLst>
      <p:ext uri="{BB962C8B-B14F-4D97-AF65-F5344CB8AC3E}">
        <p14:creationId xmlns:p14="http://schemas.microsoft.com/office/powerpoint/2010/main" val="15496511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FD105D-D97A-0575-1BED-0B303D05863B}"/>
              </a:ext>
            </a:extLst>
          </p:cNvPr>
          <p:cNvSpPr>
            <a:spLocks noGrp="1"/>
          </p:cNvSpPr>
          <p:nvPr>
            <p:ph idx="1"/>
          </p:nvPr>
        </p:nvSpPr>
        <p:spPr>
          <a:xfrm>
            <a:off x="838200" y="644578"/>
            <a:ext cx="10515600" cy="5532386"/>
          </a:xfrm>
        </p:spPr>
        <p:txBody>
          <a:bodyPr>
            <a:normAutofit/>
          </a:bodyPr>
          <a:lstStyle/>
          <a:p>
            <a:r>
              <a:rPr lang="en-US" sz="3600" dirty="0"/>
              <a:t>Publishing an audit report is an important stage, as it initiates </a:t>
            </a:r>
            <a:r>
              <a:rPr lang="en-US" sz="3600" b="1" dirty="0"/>
              <a:t>public discussion</a:t>
            </a:r>
            <a:r>
              <a:rPr lang="en-US" sz="3600" dirty="0"/>
              <a:t> on the issues uncovered. Some issues are of high interest to the public and broad-ranging discussions may enhance improvements in the area audited. </a:t>
            </a:r>
          </a:p>
          <a:p>
            <a:r>
              <a:rPr lang="en-US" sz="3600" dirty="0"/>
              <a:t>It is advisable to </a:t>
            </a:r>
            <a:r>
              <a:rPr lang="en-US" sz="3600" b="1" dirty="0"/>
              <a:t>plan communication</a:t>
            </a:r>
            <a:r>
              <a:rPr lang="en-US" sz="3600" dirty="0"/>
              <a:t> in advance and to be ready to respond to enquiries from the media without significant delay.</a:t>
            </a:r>
          </a:p>
          <a:p>
            <a:endParaRPr lang="en-TZ" sz="3600" dirty="0"/>
          </a:p>
        </p:txBody>
      </p:sp>
    </p:spTree>
    <p:extLst>
      <p:ext uri="{BB962C8B-B14F-4D97-AF65-F5344CB8AC3E}">
        <p14:creationId xmlns:p14="http://schemas.microsoft.com/office/powerpoint/2010/main" val="16581044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1A16C2-506D-A913-FF47-8AFF510601B0}"/>
              </a:ext>
            </a:extLst>
          </p:cNvPr>
          <p:cNvSpPr>
            <a:spLocks noGrp="1"/>
          </p:cNvSpPr>
          <p:nvPr>
            <p:ph idx="1"/>
          </p:nvPr>
        </p:nvSpPr>
        <p:spPr>
          <a:xfrm>
            <a:off x="838200" y="599607"/>
            <a:ext cx="10515600" cy="5577356"/>
          </a:xfrm>
        </p:spPr>
        <p:txBody>
          <a:bodyPr>
            <a:normAutofit/>
          </a:bodyPr>
          <a:lstStyle/>
          <a:p>
            <a:pPr marL="0" indent="0">
              <a:buNone/>
            </a:pPr>
            <a:r>
              <a:rPr lang="en-US" sz="3200" b="1" dirty="0"/>
              <a:t>Visualization </a:t>
            </a:r>
          </a:p>
          <a:p>
            <a:r>
              <a:rPr lang="en-US" sz="3200" dirty="0"/>
              <a:t>It is important to make audit reports attractive to read. One option for this is to use visual elements because “a picture is worth a thousand words”. </a:t>
            </a:r>
          </a:p>
          <a:p>
            <a:r>
              <a:rPr lang="en-US" sz="3200" b="1" dirty="0"/>
              <a:t>Please note: </a:t>
            </a:r>
          </a:p>
          <a:p>
            <a:r>
              <a:rPr lang="en-US" sz="3200" dirty="0"/>
              <a:t>Different ‘products’ can be used to present the audit results depending on the audience or the mode of presenting information, e.g. 1–2 pages with visual elements, interactive infographics on the website, tweets, videos or short summaries and articles on social media. </a:t>
            </a:r>
          </a:p>
          <a:p>
            <a:endParaRPr lang="en-TZ" sz="3200" dirty="0"/>
          </a:p>
        </p:txBody>
      </p:sp>
    </p:spTree>
    <p:extLst>
      <p:ext uri="{BB962C8B-B14F-4D97-AF65-F5344CB8AC3E}">
        <p14:creationId xmlns:p14="http://schemas.microsoft.com/office/powerpoint/2010/main" val="16860325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6A2DE-A369-F994-8BF1-5979C25C4EE2}"/>
              </a:ext>
            </a:extLst>
          </p:cNvPr>
          <p:cNvSpPr>
            <a:spLocks noGrp="1"/>
          </p:cNvSpPr>
          <p:nvPr>
            <p:ph type="title"/>
          </p:nvPr>
        </p:nvSpPr>
        <p:spPr>
          <a:xfrm>
            <a:off x="838200" y="263993"/>
            <a:ext cx="10515600" cy="834088"/>
          </a:xfrm>
        </p:spPr>
        <p:txBody>
          <a:bodyPr/>
          <a:lstStyle/>
          <a:p>
            <a:r>
              <a:rPr lang="en-US" b="1" dirty="0"/>
              <a:t>Follow-up activities</a:t>
            </a:r>
            <a:endParaRPr lang="en-TZ" dirty="0"/>
          </a:p>
        </p:txBody>
      </p:sp>
      <p:sp>
        <p:nvSpPr>
          <p:cNvPr id="3" name="Content Placeholder 2">
            <a:extLst>
              <a:ext uri="{FF2B5EF4-FFF2-40B4-BE49-F238E27FC236}">
                <a16:creationId xmlns:a16="http://schemas.microsoft.com/office/drawing/2014/main" id="{F9879167-055B-A6D5-D9F3-71003B293609}"/>
              </a:ext>
            </a:extLst>
          </p:cNvPr>
          <p:cNvSpPr>
            <a:spLocks noGrp="1"/>
          </p:cNvSpPr>
          <p:nvPr>
            <p:ph idx="1"/>
          </p:nvPr>
        </p:nvSpPr>
        <p:spPr>
          <a:xfrm>
            <a:off x="838200" y="1349115"/>
            <a:ext cx="10515600" cy="4827848"/>
          </a:xfrm>
        </p:spPr>
        <p:txBody>
          <a:bodyPr>
            <a:normAutofit/>
          </a:bodyPr>
          <a:lstStyle/>
          <a:p>
            <a:r>
              <a:rPr lang="en-US" dirty="0"/>
              <a:t>After an adequate period of time has passed, it is necessary to follow up on the fulfilment of recommendations with the audited </a:t>
            </a:r>
            <a:r>
              <a:rPr lang="en-US" dirty="0" err="1"/>
              <a:t>organisations</a:t>
            </a:r>
            <a:r>
              <a:rPr lang="en-US" dirty="0"/>
              <a:t>. </a:t>
            </a:r>
          </a:p>
          <a:p>
            <a:r>
              <a:rPr lang="en-US" dirty="0"/>
              <a:t>A few months/a year after completing the audit it is good practice to gather feedback from the auditees. This could be done, for instance, as a survey or a follow-up meeting. In order to receive a comprehensive response, it is advisable to gather feedback from as many sources as possible. </a:t>
            </a:r>
          </a:p>
          <a:p>
            <a:r>
              <a:rPr lang="en-US" dirty="0"/>
              <a:t> </a:t>
            </a:r>
          </a:p>
          <a:p>
            <a:endParaRPr lang="en-TZ" dirty="0"/>
          </a:p>
        </p:txBody>
      </p:sp>
    </p:spTree>
    <p:extLst>
      <p:ext uri="{BB962C8B-B14F-4D97-AF65-F5344CB8AC3E}">
        <p14:creationId xmlns:p14="http://schemas.microsoft.com/office/powerpoint/2010/main" val="37755584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2854E5-3F2B-D3DF-1619-70F2C0435292}"/>
              </a:ext>
            </a:extLst>
          </p:cNvPr>
          <p:cNvSpPr>
            <a:spLocks noGrp="1"/>
          </p:cNvSpPr>
          <p:nvPr>
            <p:ph idx="1"/>
          </p:nvPr>
        </p:nvSpPr>
        <p:spPr>
          <a:xfrm>
            <a:off x="524656" y="494676"/>
            <a:ext cx="11212642" cy="5682288"/>
          </a:xfrm>
        </p:spPr>
        <p:txBody>
          <a:bodyPr>
            <a:noAutofit/>
          </a:bodyPr>
          <a:lstStyle/>
          <a:p>
            <a:r>
              <a:rPr lang="en-US" sz="3200" dirty="0"/>
              <a:t>Once a couple of years have passed since the audit, the auditors should consider whether it is necessary to conduct another audit on the same topic. Although a previously conducted audit provides valuable input for planning the next one, the next audit plan cannot merely be a copy of the previous one.</a:t>
            </a:r>
          </a:p>
          <a:p>
            <a:r>
              <a:rPr lang="en-US" sz="3200" dirty="0"/>
              <a:t>It must be kept in mind that the implementation of IT </a:t>
            </a:r>
            <a:r>
              <a:rPr lang="en-US" sz="3200" dirty="0" err="1"/>
              <a:t>programmes</a:t>
            </a:r>
            <a:r>
              <a:rPr lang="en-US" sz="3200" dirty="0"/>
              <a:t> and projects takes time, and it takes even longer to see actual results in the changes in practices (e.g. citizens </a:t>
            </a:r>
            <a:r>
              <a:rPr lang="en-US" sz="3200" dirty="0" err="1"/>
              <a:t>behaviour</a:t>
            </a:r>
            <a:r>
              <a:rPr lang="en-US" sz="3200" dirty="0"/>
              <a:t>). Therefore, it is important to keep a close eye on long lasting projects (e.g. the electronic government) or long-term objectives (e.g. digitization of working environment by 2030).</a:t>
            </a:r>
            <a:endParaRPr lang="en-TZ" sz="3200" dirty="0"/>
          </a:p>
        </p:txBody>
      </p:sp>
    </p:spTree>
    <p:extLst>
      <p:ext uri="{BB962C8B-B14F-4D97-AF65-F5344CB8AC3E}">
        <p14:creationId xmlns:p14="http://schemas.microsoft.com/office/powerpoint/2010/main" val="22177180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EF592F-104B-3EB2-4B60-7B88727EB378}"/>
              </a:ext>
            </a:extLst>
          </p:cNvPr>
          <p:cNvSpPr>
            <a:spLocks noGrp="1"/>
          </p:cNvSpPr>
          <p:nvPr>
            <p:ph idx="1"/>
          </p:nvPr>
        </p:nvSpPr>
        <p:spPr/>
        <p:txBody>
          <a:bodyPr>
            <a:normAutofit/>
          </a:bodyPr>
          <a:lstStyle/>
          <a:p>
            <a:r>
              <a:rPr lang="en-US" sz="4000" b="1" dirty="0"/>
              <a:t>Thinking exercise: </a:t>
            </a:r>
          </a:p>
          <a:p>
            <a:r>
              <a:rPr lang="en-US" sz="4000" dirty="0"/>
              <a:t>Read one of the CAG press releases. Is it clear why this audit was conducted and what the main results were? </a:t>
            </a:r>
          </a:p>
          <a:p>
            <a:endParaRPr lang="en-TZ" sz="4000" dirty="0"/>
          </a:p>
        </p:txBody>
      </p:sp>
    </p:spTree>
    <p:extLst>
      <p:ext uri="{BB962C8B-B14F-4D97-AF65-F5344CB8AC3E}">
        <p14:creationId xmlns:p14="http://schemas.microsoft.com/office/powerpoint/2010/main" val="11997592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8497</TotalTime>
  <Words>4420</Words>
  <Application>Microsoft Office PowerPoint</Application>
  <PresentationFormat>Widescreen</PresentationFormat>
  <Paragraphs>182</Paragraphs>
  <Slides>50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50</vt:i4>
      </vt:variant>
    </vt:vector>
  </HeadingPairs>
  <TitlesOfParts>
    <vt:vector size="58" baseType="lpstr">
      <vt:lpstr>-apple-system</vt:lpstr>
      <vt:lpstr>Aptos</vt:lpstr>
      <vt:lpstr>Aptos Display</vt:lpstr>
      <vt:lpstr>Arial</vt:lpstr>
      <vt:lpstr>inherit</vt:lpstr>
      <vt:lpstr>Montserrat</vt:lpstr>
      <vt:lpstr>Times New Roman</vt:lpstr>
      <vt:lpstr>Office Theme</vt:lpstr>
      <vt:lpstr>INF3201: Information Systems Audit and Control</vt:lpstr>
      <vt:lpstr>Risk-based IT audit strategy</vt:lpstr>
      <vt:lpstr>PowerPoint Presentation</vt:lpstr>
      <vt:lpstr>PowerPoint Presentation</vt:lpstr>
      <vt:lpstr>PowerPoint Presentation</vt:lpstr>
      <vt:lpstr>Risk-based IS Audit Planning Process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Specific audit planning</vt:lpstr>
      <vt:lpstr>PowerPoint Presentation</vt:lpstr>
      <vt:lpstr>PowerPoint Presentation</vt:lpstr>
      <vt:lpstr>IT audit standards</vt:lpstr>
      <vt:lpstr>PowerPoint Presentation</vt:lpstr>
      <vt:lpstr>PowerPoint Presentation</vt:lpstr>
      <vt:lpstr>PowerPoint Presentation</vt:lpstr>
      <vt:lpstr>PowerPoint Presentation</vt:lpstr>
      <vt:lpstr>PowerPoint Presentation</vt:lpstr>
      <vt:lpstr>Audit reporting, communications and follow-up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Recommendations  The auditor's conclusions and recommendations are important aspects of an audit and, where appropriate, are written as a guide for action.  Recommendations should be linked to the audit objectives, findings and conclusions. Besides being constructive and realistic, they should address the problems identified by the audit. The likelihood of having an impact is greater if recommendations are discussed with the auditee.  Effective recommendations are:  </vt:lpstr>
      <vt:lpstr>Publishing an audit report and communicating audit results</vt:lpstr>
      <vt:lpstr>PowerPoint Presentation</vt:lpstr>
      <vt:lpstr>PowerPoint Presentation</vt:lpstr>
      <vt:lpstr>PowerPoint Presentation</vt:lpstr>
      <vt:lpstr>Follow-up activities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INF3201: Information Systems Audit and Control</dc:title>
  <dc:creator>hussein shaaban</dc:creator>
  <cp:lastModifiedBy>hussein shaaban</cp:lastModifiedBy>
  <cp:revision>2</cp:revision>
  <dcterms:created xsi:type="dcterms:W3CDTF">2024-03-29T12:10:06Z</dcterms:created>
  <dcterms:modified xsi:type="dcterms:W3CDTF">2025-05-13T12:13:56Z</dcterms:modified>
</cp:coreProperties>
</file>